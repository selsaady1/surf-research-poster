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21945600" cx="329184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9B9591-6798-44AB-B3F5-C6A8E0DDB18D}">
  <a:tblStyle styleId="{8B9B9591-6798-44AB-B3F5-C6A8E0DDB18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468880" y="3591562"/>
            <a:ext cx="27980640" cy="764032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19200"/>
              <a:buFont typeface="Calibri"/>
              <a:buNone/>
              <a:defRPr b="0" i="0" sz="19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subTitle"/>
          </p:nvPr>
        </p:nvSpPr>
        <p:spPr>
          <a:xfrm>
            <a:off x="4114800" y="11526522"/>
            <a:ext cx="24688800" cy="5298438"/>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3200"/>
              </a:spcBef>
              <a:spcAft>
                <a:spcPts val="0"/>
              </a:spcAft>
              <a:buClr>
                <a:schemeClr val="dk1"/>
              </a:buClr>
              <a:buSzPts val="7680"/>
              <a:buFont typeface="Arial"/>
              <a:buNone/>
              <a:defRPr b="0" i="0" sz="7680" u="none" cap="none" strike="noStrike">
                <a:solidFill>
                  <a:schemeClr val="dk1"/>
                </a:solidFill>
                <a:latin typeface="Calibri"/>
                <a:ea typeface="Calibri"/>
                <a:cs typeface="Calibri"/>
                <a:sym typeface="Calibri"/>
              </a:defRPr>
            </a:lvl1pPr>
            <a:lvl2pPr lvl="1" marR="0" rtl="0" algn="ctr">
              <a:lnSpc>
                <a:spcPct val="90000"/>
              </a:lnSpc>
              <a:spcBef>
                <a:spcPts val="1600"/>
              </a:spcBef>
              <a:spcAft>
                <a:spcPts val="0"/>
              </a:spcAft>
              <a:buClr>
                <a:schemeClr val="dk1"/>
              </a:buClr>
              <a:buSzPts val="6400"/>
              <a:buFont typeface="Arial"/>
              <a:buNone/>
              <a:defRPr b="0" i="0" sz="6400" u="none" cap="none" strike="noStrike">
                <a:solidFill>
                  <a:schemeClr val="dk1"/>
                </a:solidFill>
                <a:latin typeface="Calibri"/>
                <a:ea typeface="Calibri"/>
                <a:cs typeface="Calibri"/>
                <a:sym typeface="Calibri"/>
              </a:defRPr>
            </a:lvl2pPr>
            <a:lvl3pPr lvl="2" marR="0" rtl="0" algn="ctr">
              <a:lnSpc>
                <a:spcPct val="90000"/>
              </a:lnSpc>
              <a:spcBef>
                <a:spcPts val="1600"/>
              </a:spcBef>
              <a:spcAft>
                <a:spcPts val="0"/>
              </a:spcAft>
              <a:buClr>
                <a:schemeClr val="dk1"/>
              </a:buClr>
              <a:buSzPts val="5760"/>
              <a:buFont typeface="Arial"/>
              <a:buNone/>
              <a:defRPr b="0" i="0" sz="5760" u="none" cap="none" strike="noStrike">
                <a:solidFill>
                  <a:schemeClr val="dk1"/>
                </a:solidFill>
                <a:latin typeface="Calibri"/>
                <a:ea typeface="Calibri"/>
                <a:cs typeface="Calibri"/>
                <a:sym typeface="Calibri"/>
              </a:defRPr>
            </a:lvl3pPr>
            <a:lvl4pPr lvl="3" marR="0" rtl="0" algn="ctr">
              <a:lnSpc>
                <a:spcPct val="90000"/>
              </a:lnSpc>
              <a:spcBef>
                <a:spcPts val="1600"/>
              </a:spcBef>
              <a:spcAft>
                <a:spcPts val="0"/>
              </a:spcAft>
              <a:buClr>
                <a:schemeClr val="dk1"/>
              </a:buClr>
              <a:buSzPts val="5120"/>
              <a:buFont typeface="Arial"/>
              <a:buNone/>
              <a:defRPr b="0" i="0" sz="5120" u="none" cap="none" strike="noStrike">
                <a:solidFill>
                  <a:schemeClr val="dk1"/>
                </a:solidFill>
                <a:latin typeface="Calibri"/>
                <a:ea typeface="Calibri"/>
                <a:cs typeface="Calibri"/>
                <a:sym typeface="Calibri"/>
              </a:defRPr>
            </a:lvl4pPr>
            <a:lvl5pPr lvl="4" marR="0" rtl="0" algn="ctr">
              <a:lnSpc>
                <a:spcPct val="90000"/>
              </a:lnSpc>
              <a:spcBef>
                <a:spcPts val="1600"/>
              </a:spcBef>
              <a:spcAft>
                <a:spcPts val="0"/>
              </a:spcAft>
              <a:buClr>
                <a:schemeClr val="dk1"/>
              </a:buClr>
              <a:buSzPts val="5120"/>
              <a:buFont typeface="Arial"/>
              <a:buNone/>
              <a:defRPr b="0" i="0" sz="5120" u="none" cap="none" strike="noStrike">
                <a:solidFill>
                  <a:schemeClr val="dk1"/>
                </a:solidFill>
                <a:latin typeface="Calibri"/>
                <a:ea typeface="Calibri"/>
                <a:cs typeface="Calibri"/>
                <a:sym typeface="Calibri"/>
              </a:defRPr>
            </a:lvl5pPr>
            <a:lvl6pPr lvl="5" marR="0" rtl="0" algn="ctr">
              <a:lnSpc>
                <a:spcPct val="90000"/>
              </a:lnSpc>
              <a:spcBef>
                <a:spcPts val="1600"/>
              </a:spcBef>
              <a:spcAft>
                <a:spcPts val="0"/>
              </a:spcAft>
              <a:buClr>
                <a:schemeClr val="dk1"/>
              </a:buClr>
              <a:buSzPts val="5120"/>
              <a:buFont typeface="Arial"/>
              <a:buNone/>
              <a:defRPr b="0" i="0" sz="5120" u="none" cap="none" strike="noStrike">
                <a:solidFill>
                  <a:schemeClr val="dk1"/>
                </a:solidFill>
                <a:latin typeface="Calibri"/>
                <a:ea typeface="Calibri"/>
                <a:cs typeface="Calibri"/>
                <a:sym typeface="Calibri"/>
              </a:defRPr>
            </a:lvl6pPr>
            <a:lvl7pPr lvl="6" marR="0" rtl="0" algn="ctr">
              <a:lnSpc>
                <a:spcPct val="90000"/>
              </a:lnSpc>
              <a:spcBef>
                <a:spcPts val="1600"/>
              </a:spcBef>
              <a:spcAft>
                <a:spcPts val="0"/>
              </a:spcAft>
              <a:buClr>
                <a:schemeClr val="dk1"/>
              </a:buClr>
              <a:buSzPts val="5120"/>
              <a:buFont typeface="Arial"/>
              <a:buNone/>
              <a:defRPr b="0" i="0" sz="5120" u="none" cap="none" strike="noStrike">
                <a:solidFill>
                  <a:schemeClr val="dk1"/>
                </a:solidFill>
                <a:latin typeface="Calibri"/>
                <a:ea typeface="Calibri"/>
                <a:cs typeface="Calibri"/>
                <a:sym typeface="Calibri"/>
              </a:defRPr>
            </a:lvl7pPr>
            <a:lvl8pPr lvl="7" marR="0" rtl="0" algn="ctr">
              <a:lnSpc>
                <a:spcPct val="90000"/>
              </a:lnSpc>
              <a:spcBef>
                <a:spcPts val="1600"/>
              </a:spcBef>
              <a:spcAft>
                <a:spcPts val="0"/>
              </a:spcAft>
              <a:buClr>
                <a:schemeClr val="dk1"/>
              </a:buClr>
              <a:buSzPts val="5120"/>
              <a:buFont typeface="Arial"/>
              <a:buNone/>
              <a:defRPr b="0" i="0" sz="5120" u="none" cap="none" strike="noStrike">
                <a:solidFill>
                  <a:schemeClr val="dk1"/>
                </a:solidFill>
                <a:latin typeface="Calibri"/>
                <a:ea typeface="Calibri"/>
                <a:cs typeface="Calibri"/>
                <a:sym typeface="Calibri"/>
              </a:defRPr>
            </a:lvl8pPr>
            <a:lvl9pPr lvl="8" marR="0" rtl="0" algn="ctr">
              <a:lnSpc>
                <a:spcPct val="90000"/>
              </a:lnSpc>
              <a:spcBef>
                <a:spcPts val="1600"/>
              </a:spcBef>
              <a:spcAft>
                <a:spcPts val="0"/>
              </a:spcAft>
              <a:buClr>
                <a:schemeClr val="dk1"/>
              </a:buClr>
              <a:buSzPts val="5120"/>
              <a:buFont typeface="Arial"/>
              <a:buNone/>
              <a:defRPr b="0" i="0" sz="5120" u="none" cap="none" strike="noStrike">
                <a:solidFill>
                  <a:schemeClr val="dk1"/>
                </a:solidFill>
                <a:latin typeface="Calibri"/>
                <a:ea typeface="Calibri"/>
                <a:cs typeface="Calibri"/>
                <a:sym typeface="Calibri"/>
              </a:defRPr>
            </a:lvl9pPr>
          </a:lstStyle>
          <a:p/>
        </p:txBody>
      </p:sp>
      <p:sp>
        <p:nvSpPr>
          <p:cNvPr id="12" name="Google Shape;12;p2"/>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5184" u="none" cap="none" strike="noStrike">
                <a:solidFill>
                  <a:schemeClr val="dk1"/>
                </a:solidFill>
                <a:latin typeface="Calibri"/>
                <a:ea typeface="Calibri"/>
                <a:cs typeface="Calibri"/>
                <a:sym typeface="Calibri"/>
              </a:defRPr>
            </a:lvl1pPr>
            <a:lvl2pPr indent="0" lvl="1" marL="0" marR="0" rtl="0" algn="l">
              <a:spcBef>
                <a:spcPts val="0"/>
              </a:spcBef>
              <a:buNone/>
              <a:defRPr b="0" i="0" sz="5184" u="none" cap="none" strike="noStrike">
                <a:solidFill>
                  <a:schemeClr val="dk1"/>
                </a:solidFill>
                <a:latin typeface="Calibri"/>
                <a:ea typeface="Calibri"/>
                <a:cs typeface="Calibri"/>
                <a:sym typeface="Calibri"/>
              </a:defRPr>
            </a:lvl2pPr>
            <a:lvl3pPr indent="0" lvl="2" marL="0" marR="0" rtl="0" algn="l">
              <a:spcBef>
                <a:spcPts val="0"/>
              </a:spcBef>
              <a:buNone/>
              <a:defRPr b="0" i="0" sz="5184" u="none" cap="none" strike="noStrike">
                <a:solidFill>
                  <a:schemeClr val="dk1"/>
                </a:solidFill>
                <a:latin typeface="Calibri"/>
                <a:ea typeface="Calibri"/>
                <a:cs typeface="Calibri"/>
                <a:sym typeface="Calibri"/>
              </a:defRPr>
            </a:lvl3pPr>
            <a:lvl4pPr indent="0" lvl="3" marL="0" marR="0" rtl="0" algn="l">
              <a:spcBef>
                <a:spcPts val="0"/>
              </a:spcBef>
              <a:buNone/>
              <a:defRPr b="0" i="0" sz="5184" u="none" cap="none" strike="noStrike">
                <a:solidFill>
                  <a:schemeClr val="dk1"/>
                </a:solidFill>
                <a:latin typeface="Calibri"/>
                <a:ea typeface="Calibri"/>
                <a:cs typeface="Calibri"/>
                <a:sym typeface="Calibri"/>
              </a:defRPr>
            </a:lvl4pPr>
            <a:lvl5pPr indent="0" lvl="4" marL="0" marR="0" rtl="0" algn="l">
              <a:spcBef>
                <a:spcPts val="0"/>
              </a:spcBef>
              <a:buNone/>
              <a:defRPr b="0" i="0" sz="5184" u="none" cap="none" strike="noStrike">
                <a:solidFill>
                  <a:schemeClr val="dk1"/>
                </a:solidFill>
                <a:latin typeface="Calibri"/>
                <a:ea typeface="Calibri"/>
                <a:cs typeface="Calibri"/>
                <a:sym typeface="Calibri"/>
              </a:defRPr>
            </a:lvl5pPr>
            <a:lvl6pPr indent="0" lvl="5" marL="0" marR="0" rtl="0" algn="l">
              <a:spcBef>
                <a:spcPts val="0"/>
              </a:spcBef>
              <a:buNone/>
              <a:defRPr b="0" i="0" sz="5184" u="none" cap="none" strike="noStrike">
                <a:solidFill>
                  <a:schemeClr val="dk1"/>
                </a:solidFill>
                <a:latin typeface="Calibri"/>
                <a:ea typeface="Calibri"/>
                <a:cs typeface="Calibri"/>
                <a:sym typeface="Calibri"/>
              </a:defRPr>
            </a:lvl6pPr>
            <a:lvl7pPr indent="0" lvl="6" marL="0" marR="0" rtl="0" algn="l">
              <a:spcBef>
                <a:spcPts val="0"/>
              </a:spcBef>
              <a:buNone/>
              <a:defRPr b="0" i="0" sz="5184" u="none" cap="none" strike="noStrike">
                <a:solidFill>
                  <a:schemeClr val="dk1"/>
                </a:solidFill>
                <a:latin typeface="Calibri"/>
                <a:ea typeface="Calibri"/>
                <a:cs typeface="Calibri"/>
                <a:sym typeface="Calibri"/>
              </a:defRPr>
            </a:lvl7pPr>
            <a:lvl8pPr indent="0" lvl="7" marL="0" marR="0" rtl="0" algn="l">
              <a:spcBef>
                <a:spcPts val="0"/>
              </a:spcBef>
              <a:buNone/>
              <a:defRPr b="0" i="0" sz="5184" u="none" cap="none" strike="noStrike">
                <a:solidFill>
                  <a:schemeClr val="dk1"/>
                </a:solidFill>
                <a:latin typeface="Calibri"/>
                <a:ea typeface="Calibri"/>
                <a:cs typeface="Calibri"/>
                <a:sym typeface="Calibri"/>
              </a:defRPr>
            </a:lvl8pPr>
            <a:lvl9pPr indent="0" lvl="8" marL="0" marR="0" rtl="0" algn="l">
              <a:spcBef>
                <a:spcPts val="0"/>
              </a:spcBef>
              <a:buNone/>
              <a:defRPr b="0" i="0" sz="5184"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3"/>
          <p:cNvSpPr txBox="1"/>
          <p:nvPr>
            <p:ph type="title"/>
          </p:nvPr>
        </p:nvSpPr>
        <p:spPr>
          <a:xfrm>
            <a:off x="2263140" y="1168405"/>
            <a:ext cx="28392120" cy="424180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14080"/>
              <a:buFont typeface="Calibri"/>
              <a:buNone/>
              <a:defRPr b="0" i="0" sz="1408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3"/>
          <p:cNvSpPr txBox="1"/>
          <p:nvPr>
            <p:ph idx="1" type="body"/>
          </p:nvPr>
        </p:nvSpPr>
        <p:spPr>
          <a:xfrm>
            <a:off x="2263140" y="5842000"/>
            <a:ext cx="28392120" cy="13924282"/>
          </a:xfrm>
          <a:prstGeom prst="rect">
            <a:avLst/>
          </a:prstGeom>
          <a:noFill/>
          <a:ln>
            <a:noFill/>
          </a:ln>
        </p:spPr>
        <p:txBody>
          <a:bodyPr anchorCtr="0" anchor="t" bIns="45700" lIns="91425" spcFirstLastPara="1" rIns="91425" wrap="square" tIns="45700">
            <a:noAutofit/>
          </a:bodyPr>
          <a:lstStyle>
            <a:lvl1pPr indent="-797560" lvl="0" marL="457200" marR="0" rtl="0" algn="l">
              <a:lnSpc>
                <a:spcPct val="90000"/>
              </a:lnSpc>
              <a:spcBef>
                <a:spcPts val="3200"/>
              </a:spcBef>
              <a:spcAft>
                <a:spcPts val="0"/>
              </a:spcAft>
              <a:buClr>
                <a:schemeClr val="dk1"/>
              </a:buClr>
              <a:buSzPts val="8960"/>
              <a:buFont typeface="Arial"/>
              <a:buChar char="•"/>
              <a:defRPr b="0" i="0" sz="8960" u="none" cap="none" strike="noStrike">
                <a:solidFill>
                  <a:schemeClr val="dk1"/>
                </a:solidFill>
                <a:latin typeface="Calibri"/>
                <a:ea typeface="Calibri"/>
                <a:cs typeface="Calibri"/>
                <a:sym typeface="Calibri"/>
              </a:defRPr>
            </a:lvl1pPr>
            <a:lvl2pPr indent="-716280" lvl="1" marL="914400" marR="0" rtl="0" algn="l">
              <a:lnSpc>
                <a:spcPct val="90000"/>
              </a:lnSpc>
              <a:spcBef>
                <a:spcPts val="1600"/>
              </a:spcBef>
              <a:spcAft>
                <a:spcPts val="0"/>
              </a:spcAft>
              <a:buClr>
                <a:schemeClr val="dk1"/>
              </a:buClr>
              <a:buSzPts val="7680"/>
              <a:buFont typeface="Arial"/>
              <a:buChar char="•"/>
              <a:defRPr b="0" i="0" sz="7680" u="none" cap="none" strike="noStrike">
                <a:solidFill>
                  <a:schemeClr val="dk1"/>
                </a:solidFill>
                <a:latin typeface="Calibri"/>
                <a:ea typeface="Calibri"/>
                <a:cs typeface="Calibri"/>
                <a:sym typeface="Calibri"/>
              </a:defRPr>
            </a:lvl2pPr>
            <a:lvl3pPr indent="-635000" lvl="2" marL="13716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3pPr>
            <a:lvl4pPr indent="-594360" lvl="3" marL="1828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4pPr>
            <a:lvl5pPr indent="-594360" lvl="4" marL="22860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5pPr>
            <a:lvl6pPr indent="-594360" lvl="5" marL="27432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6pPr>
            <a:lvl7pPr indent="-594360" lvl="6" marL="32004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7pPr>
            <a:lvl8pPr indent="-594360" lvl="7" marL="36576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8pPr>
            <a:lvl9pPr indent="-594360" lvl="8" marL="4114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9pPr>
          </a:lstStyle>
          <a:p/>
        </p:txBody>
      </p:sp>
      <p:sp>
        <p:nvSpPr>
          <p:cNvPr id="18" name="Google Shape;18;p3"/>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19" name="Google Shape;19;p3"/>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20" name="Google Shape;20;p3"/>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5184">
                <a:solidFill>
                  <a:schemeClr val="dk1"/>
                </a:solidFill>
                <a:latin typeface="Calibri"/>
                <a:ea typeface="Calibri"/>
                <a:cs typeface="Calibri"/>
                <a:sym typeface="Calibri"/>
              </a:defRPr>
            </a:lvl1pPr>
            <a:lvl2pPr indent="0" lvl="1" marL="0" marR="0" rtl="0" algn="l">
              <a:spcBef>
                <a:spcPts val="0"/>
              </a:spcBef>
              <a:buNone/>
              <a:defRPr sz="5184">
                <a:solidFill>
                  <a:schemeClr val="dk1"/>
                </a:solidFill>
                <a:latin typeface="Calibri"/>
                <a:ea typeface="Calibri"/>
                <a:cs typeface="Calibri"/>
                <a:sym typeface="Calibri"/>
              </a:defRPr>
            </a:lvl2pPr>
            <a:lvl3pPr indent="0" lvl="2" marL="0" marR="0" rtl="0" algn="l">
              <a:spcBef>
                <a:spcPts val="0"/>
              </a:spcBef>
              <a:buNone/>
              <a:defRPr sz="5184">
                <a:solidFill>
                  <a:schemeClr val="dk1"/>
                </a:solidFill>
                <a:latin typeface="Calibri"/>
                <a:ea typeface="Calibri"/>
                <a:cs typeface="Calibri"/>
                <a:sym typeface="Calibri"/>
              </a:defRPr>
            </a:lvl3pPr>
            <a:lvl4pPr indent="0" lvl="3" marL="0" marR="0" rtl="0" algn="l">
              <a:spcBef>
                <a:spcPts val="0"/>
              </a:spcBef>
              <a:buNone/>
              <a:defRPr sz="5184">
                <a:solidFill>
                  <a:schemeClr val="dk1"/>
                </a:solidFill>
                <a:latin typeface="Calibri"/>
                <a:ea typeface="Calibri"/>
                <a:cs typeface="Calibri"/>
                <a:sym typeface="Calibri"/>
              </a:defRPr>
            </a:lvl4pPr>
            <a:lvl5pPr indent="0" lvl="4" marL="0" marR="0" rtl="0" algn="l">
              <a:spcBef>
                <a:spcPts val="0"/>
              </a:spcBef>
              <a:buNone/>
              <a:defRPr sz="5184">
                <a:solidFill>
                  <a:schemeClr val="dk1"/>
                </a:solidFill>
                <a:latin typeface="Calibri"/>
                <a:ea typeface="Calibri"/>
                <a:cs typeface="Calibri"/>
                <a:sym typeface="Calibri"/>
              </a:defRPr>
            </a:lvl5pPr>
            <a:lvl6pPr indent="0" lvl="5" marL="0" marR="0" rtl="0" algn="l">
              <a:spcBef>
                <a:spcPts val="0"/>
              </a:spcBef>
              <a:buNone/>
              <a:defRPr sz="5184">
                <a:solidFill>
                  <a:schemeClr val="dk1"/>
                </a:solidFill>
                <a:latin typeface="Calibri"/>
                <a:ea typeface="Calibri"/>
                <a:cs typeface="Calibri"/>
                <a:sym typeface="Calibri"/>
              </a:defRPr>
            </a:lvl6pPr>
            <a:lvl7pPr indent="0" lvl="6" marL="0" marR="0" rtl="0" algn="l">
              <a:spcBef>
                <a:spcPts val="0"/>
              </a:spcBef>
              <a:buNone/>
              <a:defRPr sz="5184">
                <a:solidFill>
                  <a:schemeClr val="dk1"/>
                </a:solidFill>
                <a:latin typeface="Calibri"/>
                <a:ea typeface="Calibri"/>
                <a:cs typeface="Calibri"/>
                <a:sym typeface="Calibri"/>
              </a:defRPr>
            </a:lvl7pPr>
            <a:lvl8pPr indent="0" lvl="7" marL="0" marR="0" rtl="0" algn="l">
              <a:spcBef>
                <a:spcPts val="0"/>
              </a:spcBef>
              <a:buNone/>
              <a:defRPr sz="5184">
                <a:solidFill>
                  <a:schemeClr val="dk1"/>
                </a:solidFill>
                <a:latin typeface="Calibri"/>
                <a:ea typeface="Calibri"/>
                <a:cs typeface="Calibri"/>
                <a:sym typeface="Calibri"/>
              </a:defRPr>
            </a:lvl8pPr>
            <a:lvl9pPr indent="0" lvl="8" marL="0" marR="0" rtl="0" algn="l">
              <a:spcBef>
                <a:spcPts val="0"/>
              </a:spcBef>
              <a:buNone/>
              <a:defRPr sz="5184">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4"/>
          <p:cNvSpPr txBox="1"/>
          <p:nvPr>
            <p:ph type="title"/>
          </p:nvPr>
        </p:nvSpPr>
        <p:spPr>
          <a:xfrm>
            <a:off x="2245997" y="5471167"/>
            <a:ext cx="28392120" cy="9128758"/>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19200"/>
              <a:buFont typeface="Calibri"/>
              <a:buNone/>
              <a:defRPr b="0" i="0" sz="19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p4"/>
          <p:cNvSpPr txBox="1"/>
          <p:nvPr>
            <p:ph idx="1" type="body"/>
          </p:nvPr>
        </p:nvSpPr>
        <p:spPr>
          <a:xfrm>
            <a:off x="2245997" y="14686287"/>
            <a:ext cx="28392120" cy="480059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3200"/>
              </a:spcBef>
              <a:spcAft>
                <a:spcPts val="0"/>
              </a:spcAft>
              <a:buClr>
                <a:schemeClr val="dk1"/>
              </a:buClr>
              <a:buSzPts val="7680"/>
              <a:buFont typeface="Arial"/>
              <a:buNone/>
              <a:defRPr b="0" i="0" sz="7680" u="none" cap="none" strike="noStrike">
                <a:solidFill>
                  <a:schemeClr val="dk1"/>
                </a:solidFill>
                <a:latin typeface="Calibri"/>
                <a:ea typeface="Calibri"/>
                <a:cs typeface="Calibri"/>
                <a:sym typeface="Calibri"/>
              </a:defRPr>
            </a:lvl1pPr>
            <a:lvl2pPr indent="-228600" lvl="1" marL="914400" marR="0" rtl="0" algn="l">
              <a:lnSpc>
                <a:spcPct val="90000"/>
              </a:lnSpc>
              <a:spcBef>
                <a:spcPts val="1600"/>
              </a:spcBef>
              <a:spcAft>
                <a:spcPts val="0"/>
              </a:spcAft>
              <a:buClr>
                <a:srgbClr val="888888"/>
              </a:buClr>
              <a:buSzPts val="6400"/>
              <a:buFont typeface="Arial"/>
              <a:buNone/>
              <a:defRPr b="0" i="0" sz="64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1600"/>
              </a:spcBef>
              <a:spcAft>
                <a:spcPts val="0"/>
              </a:spcAft>
              <a:buClr>
                <a:srgbClr val="888888"/>
              </a:buClr>
              <a:buSzPts val="5760"/>
              <a:buFont typeface="Arial"/>
              <a:buNone/>
              <a:defRPr b="0" i="0" sz="5760" u="none" cap="none" strike="noStrike">
                <a:solidFill>
                  <a:srgbClr val="888888"/>
                </a:solidFill>
                <a:latin typeface="Calibri"/>
                <a:ea typeface="Calibri"/>
                <a:cs typeface="Calibri"/>
                <a:sym typeface="Calibri"/>
              </a:defRPr>
            </a:lvl3pPr>
            <a:lvl4pPr indent="-228600" lvl="3" marL="1828800" marR="0" rtl="0" algn="l">
              <a:lnSpc>
                <a:spcPct val="90000"/>
              </a:lnSpc>
              <a:spcBef>
                <a:spcPts val="1600"/>
              </a:spcBef>
              <a:spcAft>
                <a:spcPts val="0"/>
              </a:spcAft>
              <a:buClr>
                <a:srgbClr val="888888"/>
              </a:buClr>
              <a:buSzPts val="5120"/>
              <a:buFont typeface="Arial"/>
              <a:buNone/>
              <a:defRPr b="0" i="0" sz="5120" u="none" cap="none" strike="noStrike">
                <a:solidFill>
                  <a:srgbClr val="888888"/>
                </a:solidFill>
                <a:latin typeface="Calibri"/>
                <a:ea typeface="Calibri"/>
                <a:cs typeface="Calibri"/>
                <a:sym typeface="Calibri"/>
              </a:defRPr>
            </a:lvl4pPr>
            <a:lvl5pPr indent="-228600" lvl="4" marL="2286000" marR="0" rtl="0" algn="l">
              <a:lnSpc>
                <a:spcPct val="90000"/>
              </a:lnSpc>
              <a:spcBef>
                <a:spcPts val="1600"/>
              </a:spcBef>
              <a:spcAft>
                <a:spcPts val="0"/>
              </a:spcAft>
              <a:buClr>
                <a:srgbClr val="888888"/>
              </a:buClr>
              <a:buSzPts val="5120"/>
              <a:buFont typeface="Arial"/>
              <a:buNone/>
              <a:defRPr b="0" i="0" sz="5120" u="none" cap="none" strike="noStrike">
                <a:solidFill>
                  <a:srgbClr val="888888"/>
                </a:solidFill>
                <a:latin typeface="Calibri"/>
                <a:ea typeface="Calibri"/>
                <a:cs typeface="Calibri"/>
                <a:sym typeface="Calibri"/>
              </a:defRPr>
            </a:lvl5pPr>
            <a:lvl6pPr indent="-228600" lvl="5" marL="2743200" marR="0" rtl="0" algn="l">
              <a:lnSpc>
                <a:spcPct val="90000"/>
              </a:lnSpc>
              <a:spcBef>
                <a:spcPts val="1600"/>
              </a:spcBef>
              <a:spcAft>
                <a:spcPts val="0"/>
              </a:spcAft>
              <a:buClr>
                <a:srgbClr val="888888"/>
              </a:buClr>
              <a:buSzPts val="5120"/>
              <a:buFont typeface="Arial"/>
              <a:buNone/>
              <a:defRPr b="0" i="0" sz="5120" u="none" cap="none" strike="noStrike">
                <a:solidFill>
                  <a:srgbClr val="888888"/>
                </a:solidFill>
                <a:latin typeface="Calibri"/>
                <a:ea typeface="Calibri"/>
                <a:cs typeface="Calibri"/>
                <a:sym typeface="Calibri"/>
              </a:defRPr>
            </a:lvl6pPr>
            <a:lvl7pPr indent="-228600" lvl="6" marL="3200400" marR="0" rtl="0" algn="l">
              <a:lnSpc>
                <a:spcPct val="90000"/>
              </a:lnSpc>
              <a:spcBef>
                <a:spcPts val="1600"/>
              </a:spcBef>
              <a:spcAft>
                <a:spcPts val="0"/>
              </a:spcAft>
              <a:buClr>
                <a:srgbClr val="888888"/>
              </a:buClr>
              <a:buSzPts val="5120"/>
              <a:buFont typeface="Arial"/>
              <a:buNone/>
              <a:defRPr b="0" i="0" sz="5120" u="none" cap="none" strike="noStrike">
                <a:solidFill>
                  <a:srgbClr val="888888"/>
                </a:solidFill>
                <a:latin typeface="Calibri"/>
                <a:ea typeface="Calibri"/>
                <a:cs typeface="Calibri"/>
                <a:sym typeface="Calibri"/>
              </a:defRPr>
            </a:lvl7pPr>
            <a:lvl8pPr indent="-228600" lvl="7" marL="3657600" marR="0" rtl="0" algn="l">
              <a:lnSpc>
                <a:spcPct val="90000"/>
              </a:lnSpc>
              <a:spcBef>
                <a:spcPts val="1600"/>
              </a:spcBef>
              <a:spcAft>
                <a:spcPts val="0"/>
              </a:spcAft>
              <a:buClr>
                <a:srgbClr val="888888"/>
              </a:buClr>
              <a:buSzPts val="5120"/>
              <a:buFont typeface="Arial"/>
              <a:buNone/>
              <a:defRPr b="0" i="0" sz="5120" u="none" cap="none" strike="noStrike">
                <a:solidFill>
                  <a:srgbClr val="888888"/>
                </a:solidFill>
                <a:latin typeface="Calibri"/>
                <a:ea typeface="Calibri"/>
                <a:cs typeface="Calibri"/>
                <a:sym typeface="Calibri"/>
              </a:defRPr>
            </a:lvl8pPr>
            <a:lvl9pPr indent="-228600" lvl="8" marL="4114800" marR="0" rtl="0" algn="l">
              <a:lnSpc>
                <a:spcPct val="90000"/>
              </a:lnSpc>
              <a:spcBef>
                <a:spcPts val="1600"/>
              </a:spcBef>
              <a:spcAft>
                <a:spcPts val="0"/>
              </a:spcAft>
              <a:buClr>
                <a:srgbClr val="888888"/>
              </a:buClr>
              <a:buSzPts val="5120"/>
              <a:buFont typeface="Arial"/>
              <a:buNone/>
              <a:defRPr b="0" i="0" sz="5120" u="none" cap="none" strike="noStrike">
                <a:solidFill>
                  <a:srgbClr val="888888"/>
                </a:solidFill>
                <a:latin typeface="Calibri"/>
                <a:ea typeface="Calibri"/>
                <a:cs typeface="Calibri"/>
                <a:sym typeface="Calibri"/>
              </a:defRPr>
            </a:lvl9pPr>
          </a:lstStyle>
          <a:p/>
        </p:txBody>
      </p:sp>
      <p:sp>
        <p:nvSpPr>
          <p:cNvPr id="24" name="Google Shape;24;p4"/>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25" name="Google Shape;25;p4"/>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26" name="Google Shape;26;p4"/>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5184">
                <a:solidFill>
                  <a:schemeClr val="dk1"/>
                </a:solidFill>
                <a:latin typeface="Calibri"/>
                <a:ea typeface="Calibri"/>
                <a:cs typeface="Calibri"/>
                <a:sym typeface="Calibri"/>
              </a:defRPr>
            </a:lvl1pPr>
            <a:lvl2pPr indent="0" lvl="1" marL="0" marR="0" rtl="0" algn="l">
              <a:spcBef>
                <a:spcPts val="0"/>
              </a:spcBef>
              <a:buNone/>
              <a:defRPr sz="5184">
                <a:solidFill>
                  <a:schemeClr val="dk1"/>
                </a:solidFill>
                <a:latin typeface="Calibri"/>
                <a:ea typeface="Calibri"/>
                <a:cs typeface="Calibri"/>
                <a:sym typeface="Calibri"/>
              </a:defRPr>
            </a:lvl2pPr>
            <a:lvl3pPr indent="0" lvl="2" marL="0" marR="0" rtl="0" algn="l">
              <a:spcBef>
                <a:spcPts val="0"/>
              </a:spcBef>
              <a:buNone/>
              <a:defRPr sz="5184">
                <a:solidFill>
                  <a:schemeClr val="dk1"/>
                </a:solidFill>
                <a:latin typeface="Calibri"/>
                <a:ea typeface="Calibri"/>
                <a:cs typeface="Calibri"/>
                <a:sym typeface="Calibri"/>
              </a:defRPr>
            </a:lvl3pPr>
            <a:lvl4pPr indent="0" lvl="3" marL="0" marR="0" rtl="0" algn="l">
              <a:spcBef>
                <a:spcPts val="0"/>
              </a:spcBef>
              <a:buNone/>
              <a:defRPr sz="5184">
                <a:solidFill>
                  <a:schemeClr val="dk1"/>
                </a:solidFill>
                <a:latin typeface="Calibri"/>
                <a:ea typeface="Calibri"/>
                <a:cs typeface="Calibri"/>
                <a:sym typeface="Calibri"/>
              </a:defRPr>
            </a:lvl4pPr>
            <a:lvl5pPr indent="0" lvl="4" marL="0" marR="0" rtl="0" algn="l">
              <a:spcBef>
                <a:spcPts val="0"/>
              </a:spcBef>
              <a:buNone/>
              <a:defRPr sz="5184">
                <a:solidFill>
                  <a:schemeClr val="dk1"/>
                </a:solidFill>
                <a:latin typeface="Calibri"/>
                <a:ea typeface="Calibri"/>
                <a:cs typeface="Calibri"/>
                <a:sym typeface="Calibri"/>
              </a:defRPr>
            </a:lvl5pPr>
            <a:lvl6pPr indent="0" lvl="5" marL="0" marR="0" rtl="0" algn="l">
              <a:spcBef>
                <a:spcPts val="0"/>
              </a:spcBef>
              <a:buNone/>
              <a:defRPr sz="5184">
                <a:solidFill>
                  <a:schemeClr val="dk1"/>
                </a:solidFill>
                <a:latin typeface="Calibri"/>
                <a:ea typeface="Calibri"/>
                <a:cs typeface="Calibri"/>
                <a:sym typeface="Calibri"/>
              </a:defRPr>
            </a:lvl6pPr>
            <a:lvl7pPr indent="0" lvl="6" marL="0" marR="0" rtl="0" algn="l">
              <a:spcBef>
                <a:spcPts val="0"/>
              </a:spcBef>
              <a:buNone/>
              <a:defRPr sz="5184">
                <a:solidFill>
                  <a:schemeClr val="dk1"/>
                </a:solidFill>
                <a:latin typeface="Calibri"/>
                <a:ea typeface="Calibri"/>
                <a:cs typeface="Calibri"/>
                <a:sym typeface="Calibri"/>
              </a:defRPr>
            </a:lvl7pPr>
            <a:lvl8pPr indent="0" lvl="7" marL="0" marR="0" rtl="0" algn="l">
              <a:spcBef>
                <a:spcPts val="0"/>
              </a:spcBef>
              <a:buNone/>
              <a:defRPr sz="5184">
                <a:solidFill>
                  <a:schemeClr val="dk1"/>
                </a:solidFill>
                <a:latin typeface="Calibri"/>
                <a:ea typeface="Calibri"/>
                <a:cs typeface="Calibri"/>
                <a:sym typeface="Calibri"/>
              </a:defRPr>
            </a:lvl8pPr>
            <a:lvl9pPr indent="0" lvl="8" marL="0" marR="0" rtl="0" algn="l">
              <a:spcBef>
                <a:spcPts val="0"/>
              </a:spcBef>
              <a:buNone/>
              <a:defRPr sz="5184">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5"/>
          <p:cNvSpPr txBox="1"/>
          <p:nvPr>
            <p:ph type="title"/>
          </p:nvPr>
        </p:nvSpPr>
        <p:spPr>
          <a:xfrm>
            <a:off x="2263140" y="1168405"/>
            <a:ext cx="28392120" cy="424180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14080"/>
              <a:buFont typeface="Calibri"/>
              <a:buNone/>
              <a:defRPr b="0" i="0" sz="1408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5"/>
          <p:cNvSpPr txBox="1"/>
          <p:nvPr>
            <p:ph idx="1" type="body"/>
          </p:nvPr>
        </p:nvSpPr>
        <p:spPr>
          <a:xfrm>
            <a:off x="2263140" y="5842000"/>
            <a:ext cx="13990320" cy="13924282"/>
          </a:xfrm>
          <a:prstGeom prst="rect">
            <a:avLst/>
          </a:prstGeom>
          <a:noFill/>
          <a:ln>
            <a:noFill/>
          </a:ln>
        </p:spPr>
        <p:txBody>
          <a:bodyPr anchorCtr="0" anchor="t" bIns="45700" lIns="91425" spcFirstLastPara="1" rIns="91425" wrap="square" tIns="45700">
            <a:noAutofit/>
          </a:bodyPr>
          <a:lstStyle>
            <a:lvl1pPr indent="-797560" lvl="0" marL="457200" marR="0" rtl="0" algn="l">
              <a:lnSpc>
                <a:spcPct val="90000"/>
              </a:lnSpc>
              <a:spcBef>
                <a:spcPts val="3200"/>
              </a:spcBef>
              <a:spcAft>
                <a:spcPts val="0"/>
              </a:spcAft>
              <a:buClr>
                <a:schemeClr val="dk1"/>
              </a:buClr>
              <a:buSzPts val="8960"/>
              <a:buFont typeface="Arial"/>
              <a:buChar char="•"/>
              <a:defRPr b="0" i="0" sz="8960" u="none" cap="none" strike="noStrike">
                <a:solidFill>
                  <a:schemeClr val="dk1"/>
                </a:solidFill>
                <a:latin typeface="Calibri"/>
                <a:ea typeface="Calibri"/>
                <a:cs typeface="Calibri"/>
                <a:sym typeface="Calibri"/>
              </a:defRPr>
            </a:lvl1pPr>
            <a:lvl2pPr indent="-716280" lvl="1" marL="914400" marR="0" rtl="0" algn="l">
              <a:lnSpc>
                <a:spcPct val="90000"/>
              </a:lnSpc>
              <a:spcBef>
                <a:spcPts val="1600"/>
              </a:spcBef>
              <a:spcAft>
                <a:spcPts val="0"/>
              </a:spcAft>
              <a:buClr>
                <a:schemeClr val="dk1"/>
              </a:buClr>
              <a:buSzPts val="7680"/>
              <a:buFont typeface="Arial"/>
              <a:buChar char="•"/>
              <a:defRPr b="0" i="0" sz="7680" u="none" cap="none" strike="noStrike">
                <a:solidFill>
                  <a:schemeClr val="dk1"/>
                </a:solidFill>
                <a:latin typeface="Calibri"/>
                <a:ea typeface="Calibri"/>
                <a:cs typeface="Calibri"/>
                <a:sym typeface="Calibri"/>
              </a:defRPr>
            </a:lvl2pPr>
            <a:lvl3pPr indent="-635000" lvl="2" marL="13716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3pPr>
            <a:lvl4pPr indent="-594360" lvl="3" marL="1828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4pPr>
            <a:lvl5pPr indent="-594360" lvl="4" marL="22860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5pPr>
            <a:lvl6pPr indent="-594360" lvl="5" marL="27432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6pPr>
            <a:lvl7pPr indent="-594360" lvl="6" marL="32004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7pPr>
            <a:lvl8pPr indent="-594360" lvl="7" marL="36576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8pPr>
            <a:lvl9pPr indent="-594360" lvl="8" marL="4114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9pPr>
          </a:lstStyle>
          <a:p/>
        </p:txBody>
      </p:sp>
      <p:sp>
        <p:nvSpPr>
          <p:cNvPr id="30" name="Google Shape;30;p5"/>
          <p:cNvSpPr txBox="1"/>
          <p:nvPr>
            <p:ph idx="2" type="body"/>
          </p:nvPr>
        </p:nvSpPr>
        <p:spPr>
          <a:xfrm>
            <a:off x="16664940" y="5842000"/>
            <a:ext cx="13990320" cy="13924282"/>
          </a:xfrm>
          <a:prstGeom prst="rect">
            <a:avLst/>
          </a:prstGeom>
          <a:noFill/>
          <a:ln>
            <a:noFill/>
          </a:ln>
        </p:spPr>
        <p:txBody>
          <a:bodyPr anchorCtr="0" anchor="t" bIns="45700" lIns="91425" spcFirstLastPara="1" rIns="91425" wrap="square" tIns="45700">
            <a:noAutofit/>
          </a:bodyPr>
          <a:lstStyle>
            <a:lvl1pPr indent="-797560" lvl="0" marL="457200" marR="0" rtl="0" algn="l">
              <a:lnSpc>
                <a:spcPct val="90000"/>
              </a:lnSpc>
              <a:spcBef>
                <a:spcPts val="3200"/>
              </a:spcBef>
              <a:spcAft>
                <a:spcPts val="0"/>
              </a:spcAft>
              <a:buClr>
                <a:schemeClr val="dk1"/>
              </a:buClr>
              <a:buSzPts val="8960"/>
              <a:buFont typeface="Arial"/>
              <a:buChar char="•"/>
              <a:defRPr b="0" i="0" sz="8960" u="none" cap="none" strike="noStrike">
                <a:solidFill>
                  <a:schemeClr val="dk1"/>
                </a:solidFill>
                <a:latin typeface="Calibri"/>
                <a:ea typeface="Calibri"/>
                <a:cs typeface="Calibri"/>
                <a:sym typeface="Calibri"/>
              </a:defRPr>
            </a:lvl1pPr>
            <a:lvl2pPr indent="-716280" lvl="1" marL="914400" marR="0" rtl="0" algn="l">
              <a:lnSpc>
                <a:spcPct val="90000"/>
              </a:lnSpc>
              <a:spcBef>
                <a:spcPts val="1600"/>
              </a:spcBef>
              <a:spcAft>
                <a:spcPts val="0"/>
              </a:spcAft>
              <a:buClr>
                <a:schemeClr val="dk1"/>
              </a:buClr>
              <a:buSzPts val="7680"/>
              <a:buFont typeface="Arial"/>
              <a:buChar char="•"/>
              <a:defRPr b="0" i="0" sz="7680" u="none" cap="none" strike="noStrike">
                <a:solidFill>
                  <a:schemeClr val="dk1"/>
                </a:solidFill>
                <a:latin typeface="Calibri"/>
                <a:ea typeface="Calibri"/>
                <a:cs typeface="Calibri"/>
                <a:sym typeface="Calibri"/>
              </a:defRPr>
            </a:lvl2pPr>
            <a:lvl3pPr indent="-635000" lvl="2" marL="13716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3pPr>
            <a:lvl4pPr indent="-594360" lvl="3" marL="1828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4pPr>
            <a:lvl5pPr indent="-594360" lvl="4" marL="22860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5pPr>
            <a:lvl6pPr indent="-594360" lvl="5" marL="27432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6pPr>
            <a:lvl7pPr indent="-594360" lvl="6" marL="32004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7pPr>
            <a:lvl8pPr indent="-594360" lvl="7" marL="36576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8pPr>
            <a:lvl9pPr indent="-594360" lvl="8" marL="4114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9pPr>
          </a:lstStyle>
          <a:p/>
        </p:txBody>
      </p:sp>
      <p:sp>
        <p:nvSpPr>
          <p:cNvPr id="31" name="Google Shape;31;p5"/>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32" name="Google Shape;32;p5"/>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33" name="Google Shape;33;p5"/>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5184">
                <a:solidFill>
                  <a:schemeClr val="dk1"/>
                </a:solidFill>
                <a:latin typeface="Calibri"/>
                <a:ea typeface="Calibri"/>
                <a:cs typeface="Calibri"/>
                <a:sym typeface="Calibri"/>
              </a:defRPr>
            </a:lvl1pPr>
            <a:lvl2pPr indent="0" lvl="1" marL="0" marR="0" rtl="0" algn="l">
              <a:spcBef>
                <a:spcPts val="0"/>
              </a:spcBef>
              <a:buNone/>
              <a:defRPr sz="5184">
                <a:solidFill>
                  <a:schemeClr val="dk1"/>
                </a:solidFill>
                <a:latin typeface="Calibri"/>
                <a:ea typeface="Calibri"/>
                <a:cs typeface="Calibri"/>
                <a:sym typeface="Calibri"/>
              </a:defRPr>
            </a:lvl2pPr>
            <a:lvl3pPr indent="0" lvl="2" marL="0" marR="0" rtl="0" algn="l">
              <a:spcBef>
                <a:spcPts val="0"/>
              </a:spcBef>
              <a:buNone/>
              <a:defRPr sz="5184">
                <a:solidFill>
                  <a:schemeClr val="dk1"/>
                </a:solidFill>
                <a:latin typeface="Calibri"/>
                <a:ea typeface="Calibri"/>
                <a:cs typeface="Calibri"/>
                <a:sym typeface="Calibri"/>
              </a:defRPr>
            </a:lvl3pPr>
            <a:lvl4pPr indent="0" lvl="3" marL="0" marR="0" rtl="0" algn="l">
              <a:spcBef>
                <a:spcPts val="0"/>
              </a:spcBef>
              <a:buNone/>
              <a:defRPr sz="5184">
                <a:solidFill>
                  <a:schemeClr val="dk1"/>
                </a:solidFill>
                <a:latin typeface="Calibri"/>
                <a:ea typeface="Calibri"/>
                <a:cs typeface="Calibri"/>
                <a:sym typeface="Calibri"/>
              </a:defRPr>
            </a:lvl4pPr>
            <a:lvl5pPr indent="0" lvl="4" marL="0" marR="0" rtl="0" algn="l">
              <a:spcBef>
                <a:spcPts val="0"/>
              </a:spcBef>
              <a:buNone/>
              <a:defRPr sz="5184">
                <a:solidFill>
                  <a:schemeClr val="dk1"/>
                </a:solidFill>
                <a:latin typeface="Calibri"/>
                <a:ea typeface="Calibri"/>
                <a:cs typeface="Calibri"/>
                <a:sym typeface="Calibri"/>
              </a:defRPr>
            </a:lvl5pPr>
            <a:lvl6pPr indent="0" lvl="5" marL="0" marR="0" rtl="0" algn="l">
              <a:spcBef>
                <a:spcPts val="0"/>
              </a:spcBef>
              <a:buNone/>
              <a:defRPr sz="5184">
                <a:solidFill>
                  <a:schemeClr val="dk1"/>
                </a:solidFill>
                <a:latin typeface="Calibri"/>
                <a:ea typeface="Calibri"/>
                <a:cs typeface="Calibri"/>
                <a:sym typeface="Calibri"/>
              </a:defRPr>
            </a:lvl6pPr>
            <a:lvl7pPr indent="0" lvl="6" marL="0" marR="0" rtl="0" algn="l">
              <a:spcBef>
                <a:spcPts val="0"/>
              </a:spcBef>
              <a:buNone/>
              <a:defRPr sz="5184">
                <a:solidFill>
                  <a:schemeClr val="dk1"/>
                </a:solidFill>
                <a:latin typeface="Calibri"/>
                <a:ea typeface="Calibri"/>
                <a:cs typeface="Calibri"/>
                <a:sym typeface="Calibri"/>
              </a:defRPr>
            </a:lvl7pPr>
            <a:lvl8pPr indent="0" lvl="7" marL="0" marR="0" rtl="0" algn="l">
              <a:spcBef>
                <a:spcPts val="0"/>
              </a:spcBef>
              <a:buNone/>
              <a:defRPr sz="5184">
                <a:solidFill>
                  <a:schemeClr val="dk1"/>
                </a:solidFill>
                <a:latin typeface="Calibri"/>
                <a:ea typeface="Calibri"/>
                <a:cs typeface="Calibri"/>
                <a:sym typeface="Calibri"/>
              </a:defRPr>
            </a:lvl8pPr>
            <a:lvl9pPr indent="0" lvl="8" marL="0" marR="0" rtl="0" algn="l">
              <a:spcBef>
                <a:spcPts val="0"/>
              </a:spcBef>
              <a:buNone/>
              <a:defRPr sz="5184">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6"/>
          <p:cNvSpPr txBox="1"/>
          <p:nvPr>
            <p:ph type="title"/>
          </p:nvPr>
        </p:nvSpPr>
        <p:spPr>
          <a:xfrm>
            <a:off x="2267428" y="1168405"/>
            <a:ext cx="28392120" cy="424180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14080"/>
              <a:buFont typeface="Calibri"/>
              <a:buNone/>
              <a:defRPr b="0" i="0" sz="1408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6" name="Google Shape;36;p6"/>
          <p:cNvSpPr txBox="1"/>
          <p:nvPr>
            <p:ph idx="1" type="body"/>
          </p:nvPr>
        </p:nvSpPr>
        <p:spPr>
          <a:xfrm>
            <a:off x="2267431" y="5379722"/>
            <a:ext cx="13926024" cy="2636518"/>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3200"/>
              </a:spcBef>
              <a:spcAft>
                <a:spcPts val="0"/>
              </a:spcAft>
              <a:buClr>
                <a:schemeClr val="dk1"/>
              </a:buClr>
              <a:buSzPts val="7680"/>
              <a:buFont typeface="Arial"/>
              <a:buNone/>
              <a:defRPr b="1" i="0" sz="7680" u="none" cap="none" strike="noStrike">
                <a:solidFill>
                  <a:schemeClr val="dk1"/>
                </a:solidFill>
                <a:latin typeface="Calibri"/>
                <a:ea typeface="Calibri"/>
                <a:cs typeface="Calibri"/>
                <a:sym typeface="Calibri"/>
              </a:defRPr>
            </a:lvl1pPr>
            <a:lvl2pPr indent="-228600" lvl="1" marL="914400" marR="0" rtl="0" algn="l">
              <a:lnSpc>
                <a:spcPct val="90000"/>
              </a:lnSpc>
              <a:spcBef>
                <a:spcPts val="1600"/>
              </a:spcBef>
              <a:spcAft>
                <a:spcPts val="0"/>
              </a:spcAft>
              <a:buClr>
                <a:schemeClr val="dk1"/>
              </a:buClr>
              <a:buSzPts val="6400"/>
              <a:buFont typeface="Arial"/>
              <a:buNone/>
              <a:defRPr b="1" i="0" sz="6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1600"/>
              </a:spcBef>
              <a:spcAft>
                <a:spcPts val="0"/>
              </a:spcAft>
              <a:buClr>
                <a:schemeClr val="dk1"/>
              </a:buClr>
              <a:buSzPts val="5760"/>
              <a:buFont typeface="Arial"/>
              <a:buNone/>
              <a:defRPr b="1" i="0" sz="5760" u="none" cap="none" strike="noStrike">
                <a:solidFill>
                  <a:schemeClr val="dk1"/>
                </a:solidFill>
                <a:latin typeface="Calibri"/>
                <a:ea typeface="Calibri"/>
                <a:cs typeface="Calibri"/>
                <a:sym typeface="Calibri"/>
              </a:defRPr>
            </a:lvl3pPr>
            <a:lvl4pPr indent="-228600" lvl="3" marL="18288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4pPr>
            <a:lvl5pPr indent="-228600" lvl="4" marL="22860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5pPr>
            <a:lvl6pPr indent="-228600" lvl="5" marL="27432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6pPr>
            <a:lvl7pPr indent="-228600" lvl="6" marL="32004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7pPr>
            <a:lvl8pPr indent="-228600" lvl="7" marL="36576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8pPr>
            <a:lvl9pPr indent="-228600" lvl="8" marL="41148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9pPr>
          </a:lstStyle>
          <a:p/>
        </p:txBody>
      </p:sp>
      <p:sp>
        <p:nvSpPr>
          <p:cNvPr id="37" name="Google Shape;37;p6"/>
          <p:cNvSpPr txBox="1"/>
          <p:nvPr>
            <p:ph idx="2" type="body"/>
          </p:nvPr>
        </p:nvSpPr>
        <p:spPr>
          <a:xfrm>
            <a:off x="2267431" y="8016240"/>
            <a:ext cx="13926024" cy="11790682"/>
          </a:xfrm>
          <a:prstGeom prst="rect">
            <a:avLst/>
          </a:prstGeom>
          <a:noFill/>
          <a:ln>
            <a:noFill/>
          </a:ln>
        </p:spPr>
        <p:txBody>
          <a:bodyPr anchorCtr="0" anchor="t" bIns="45700" lIns="91425" spcFirstLastPara="1" rIns="91425" wrap="square" tIns="45700">
            <a:noAutofit/>
          </a:bodyPr>
          <a:lstStyle>
            <a:lvl1pPr indent="-797560" lvl="0" marL="457200" marR="0" rtl="0" algn="l">
              <a:lnSpc>
                <a:spcPct val="90000"/>
              </a:lnSpc>
              <a:spcBef>
                <a:spcPts val="3200"/>
              </a:spcBef>
              <a:spcAft>
                <a:spcPts val="0"/>
              </a:spcAft>
              <a:buClr>
                <a:schemeClr val="dk1"/>
              </a:buClr>
              <a:buSzPts val="8960"/>
              <a:buFont typeface="Arial"/>
              <a:buChar char="•"/>
              <a:defRPr b="0" i="0" sz="8960" u="none" cap="none" strike="noStrike">
                <a:solidFill>
                  <a:schemeClr val="dk1"/>
                </a:solidFill>
                <a:latin typeface="Calibri"/>
                <a:ea typeface="Calibri"/>
                <a:cs typeface="Calibri"/>
                <a:sym typeface="Calibri"/>
              </a:defRPr>
            </a:lvl1pPr>
            <a:lvl2pPr indent="-716280" lvl="1" marL="914400" marR="0" rtl="0" algn="l">
              <a:lnSpc>
                <a:spcPct val="90000"/>
              </a:lnSpc>
              <a:spcBef>
                <a:spcPts val="1600"/>
              </a:spcBef>
              <a:spcAft>
                <a:spcPts val="0"/>
              </a:spcAft>
              <a:buClr>
                <a:schemeClr val="dk1"/>
              </a:buClr>
              <a:buSzPts val="7680"/>
              <a:buFont typeface="Arial"/>
              <a:buChar char="•"/>
              <a:defRPr b="0" i="0" sz="7680" u="none" cap="none" strike="noStrike">
                <a:solidFill>
                  <a:schemeClr val="dk1"/>
                </a:solidFill>
                <a:latin typeface="Calibri"/>
                <a:ea typeface="Calibri"/>
                <a:cs typeface="Calibri"/>
                <a:sym typeface="Calibri"/>
              </a:defRPr>
            </a:lvl2pPr>
            <a:lvl3pPr indent="-635000" lvl="2" marL="13716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3pPr>
            <a:lvl4pPr indent="-594360" lvl="3" marL="1828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4pPr>
            <a:lvl5pPr indent="-594360" lvl="4" marL="22860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5pPr>
            <a:lvl6pPr indent="-594360" lvl="5" marL="27432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6pPr>
            <a:lvl7pPr indent="-594360" lvl="6" marL="32004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7pPr>
            <a:lvl8pPr indent="-594360" lvl="7" marL="36576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8pPr>
            <a:lvl9pPr indent="-594360" lvl="8" marL="4114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9pPr>
          </a:lstStyle>
          <a:p/>
        </p:txBody>
      </p:sp>
      <p:sp>
        <p:nvSpPr>
          <p:cNvPr id="38" name="Google Shape;38;p6"/>
          <p:cNvSpPr txBox="1"/>
          <p:nvPr>
            <p:ph idx="3" type="body"/>
          </p:nvPr>
        </p:nvSpPr>
        <p:spPr>
          <a:xfrm>
            <a:off x="16664942" y="5379722"/>
            <a:ext cx="13994608" cy="2636518"/>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3200"/>
              </a:spcBef>
              <a:spcAft>
                <a:spcPts val="0"/>
              </a:spcAft>
              <a:buClr>
                <a:schemeClr val="dk1"/>
              </a:buClr>
              <a:buSzPts val="7680"/>
              <a:buFont typeface="Arial"/>
              <a:buNone/>
              <a:defRPr b="1" i="0" sz="7680" u="none" cap="none" strike="noStrike">
                <a:solidFill>
                  <a:schemeClr val="dk1"/>
                </a:solidFill>
                <a:latin typeface="Calibri"/>
                <a:ea typeface="Calibri"/>
                <a:cs typeface="Calibri"/>
                <a:sym typeface="Calibri"/>
              </a:defRPr>
            </a:lvl1pPr>
            <a:lvl2pPr indent="-228600" lvl="1" marL="914400" marR="0" rtl="0" algn="l">
              <a:lnSpc>
                <a:spcPct val="90000"/>
              </a:lnSpc>
              <a:spcBef>
                <a:spcPts val="1600"/>
              </a:spcBef>
              <a:spcAft>
                <a:spcPts val="0"/>
              </a:spcAft>
              <a:buClr>
                <a:schemeClr val="dk1"/>
              </a:buClr>
              <a:buSzPts val="6400"/>
              <a:buFont typeface="Arial"/>
              <a:buNone/>
              <a:defRPr b="1" i="0" sz="6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1600"/>
              </a:spcBef>
              <a:spcAft>
                <a:spcPts val="0"/>
              </a:spcAft>
              <a:buClr>
                <a:schemeClr val="dk1"/>
              </a:buClr>
              <a:buSzPts val="5760"/>
              <a:buFont typeface="Arial"/>
              <a:buNone/>
              <a:defRPr b="1" i="0" sz="5760" u="none" cap="none" strike="noStrike">
                <a:solidFill>
                  <a:schemeClr val="dk1"/>
                </a:solidFill>
                <a:latin typeface="Calibri"/>
                <a:ea typeface="Calibri"/>
                <a:cs typeface="Calibri"/>
                <a:sym typeface="Calibri"/>
              </a:defRPr>
            </a:lvl3pPr>
            <a:lvl4pPr indent="-228600" lvl="3" marL="18288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4pPr>
            <a:lvl5pPr indent="-228600" lvl="4" marL="22860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5pPr>
            <a:lvl6pPr indent="-228600" lvl="5" marL="27432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6pPr>
            <a:lvl7pPr indent="-228600" lvl="6" marL="32004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7pPr>
            <a:lvl8pPr indent="-228600" lvl="7" marL="36576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8pPr>
            <a:lvl9pPr indent="-228600" lvl="8" marL="4114800" marR="0" rtl="0" algn="l">
              <a:lnSpc>
                <a:spcPct val="90000"/>
              </a:lnSpc>
              <a:spcBef>
                <a:spcPts val="1600"/>
              </a:spcBef>
              <a:spcAft>
                <a:spcPts val="0"/>
              </a:spcAft>
              <a:buClr>
                <a:schemeClr val="dk1"/>
              </a:buClr>
              <a:buSzPts val="5120"/>
              <a:buFont typeface="Arial"/>
              <a:buNone/>
              <a:defRPr b="1" i="0" sz="5120" u="none" cap="none" strike="noStrike">
                <a:solidFill>
                  <a:schemeClr val="dk1"/>
                </a:solidFill>
                <a:latin typeface="Calibri"/>
                <a:ea typeface="Calibri"/>
                <a:cs typeface="Calibri"/>
                <a:sym typeface="Calibri"/>
              </a:defRPr>
            </a:lvl9pPr>
          </a:lstStyle>
          <a:p/>
        </p:txBody>
      </p:sp>
      <p:sp>
        <p:nvSpPr>
          <p:cNvPr id="39" name="Google Shape;39;p6"/>
          <p:cNvSpPr txBox="1"/>
          <p:nvPr>
            <p:ph idx="4" type="body"/>
          </p:nvPr>
        </p:nvSpPr>
        <p:spPr>
          <a:xfrm>
            <a:off x="16664942" y="8016240"/>
            <a:ext cx="13994608" cy="11790682"/>
          </a:xfrm>
          <a:prstGeom prst="rect">
            <a:avLst/>
          </a:prstGeom>
          <a:noFill/>
          <a:ln>
            <a:noFill/>
          </a:ln>
        </p:spPr>
        <p:txBody>
          <a:bodyPr anchorCtr="0" anchor="t" bIns="45700" lIns="91425" spcFirstLastPara="1" rIns="91425" wrap="square" tIns="45700">
            <a:noAutofit/>
          </a:bodyPr>
          <a:lstStyle>
            <a:lvl1pPr indent="-797560" lvl="0" marL="457200" marR="0" rtl="0" algn="l">
              <a:lnSpc>
                <a:spcPct val="90000"/>
              </a:lnSpc>
              <a:spcBef>
                <a:spcPts val="3200"/>
              </a:spcBef>
              <a:spcAft>
                <a:spcPts val="0"/>
              </a:spcAft>
              <a:buClr>
                <a:schemeClr val="dk1"/>
              </a:buClr>
              <a:buSzPts val="8960"/>
              <a:buFont typeface="Arial"/>
              <a:buChar char="•"/>
              <a:defRPr b="0" i="0" sz="8960" u="none" cap="none" strike="noStrike">
                <a:solidFill>
                  <a:schemeClr val="dk1"/>
                </a:solidFill>
                <a:latin typeface="Calibri"/>
                <a:ea typeface="Calibri"/>
                <a:cs typeface="Calibri"/>
                <a:sym typeface="Calibri"/>
              </a:defRPr>
            </a:lvl1pPr>
            <a:lvl2pPr indent="-716280" lvl="1" marL="914400" marR="0" rtl="0" algn="l">
              <a:lnSpc>
                <a:spcPct val="90000"/>
              </a:lnSpc>
              <a:spcBef>
                <a:spcPts val="1600"/>
              </a:spcBef>
              <a:spcAft>
                <a:spcPts val="0"/>
              </a:spcAft>
              <a:buClr>
                <a:schemeClr val="dk1"/>
              </a:buClr>
              <a:buSzPts val="7680"/>
              <a:buFont typeface="Arial"/>
              <a:buChar char="•"/>
              <a:defRPr b="0" i="0" sz="7680" u="none" cap="none" strike="noStrike">
                <a:solidFill>
                  <a:schemeClr val="dk1"/>
                </a:solidFill>
                <a:latin typeface="Calibri"/>
                <a:ea typeface="Calibri"/>
                <a:cs typeface="Calibri"/>
                <a:sym typeface="Calibri"/>
              </a:defRPr>
            </a:lvl2pPr>
            <a:lvl3pPr indent="-635000" lvl="2" marL="13716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3pPr>
            <a:lvl4pPr indent="-594360" lvl="3" marL="1828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4pPr>
            <a:lvl5pPr indent="-594360" lvl="4" marL="22860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5pPr>
            <a:lvl6pPr indent="-594360" lvl="5" marL="27432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6pPr>
            <a:lvl7pPr indent="-594360" lvl="6" marL="32004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7pPr>
            <a:lvl8pPr indent="-594360" lvl="7" marL="36576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8pPr>
            <a:lvl9pPr indent="-594360" lvl="8" marL="4114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9pPr>
          </a:lstStyle>
          <a:p/>
        </p:txBody>
      </p:sp>
      <p:sp>
        <p:nvSpPr>
          <p:cNvPr id="40" name="Google Shape;40;p6"/>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41" name="Google Shape;41;p6"/>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42" name="Google Shape;42;p6"/>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5184">
                <a:solidFill>
                  <a:schemeClr val="dk1"/>
                </a:solidFill>
                <a:latin typeface="Calibri"/>
                <a:ea typeface="Calibri"/>
                <a:cs typeface="Calibri"/>
                <a:sym typeface="Calibri"/>
              </a:defRPr>
            </a:lvl1pPr>
            <a:lvl2pPr indent="0" lvl="1" marL="0" marR="0" rtl="0" algn="l">
              <a:spcBef>
                <a:spcPts val="0"/>
              </a:spcBef>
              <a:buNone/>
              <a:defRPr sz="5184">
                <a:solidFill>
                  <a:schemeClr val="dk1"/>
                </a:solidFill>
                <a:latin typeface="Calibri"/>
                <a:ea typeface="Calibri"/>
                <a:cs typeface="Calibri"/>
                <a:sym typeface="Calibri"/>
              </a:defRPr>
            </a:lvl2pPr>
            <a:lvl3pPr indent="0" lvl="2" marL="0" marR="0" rtl="0" algn="l">
              <a:spcBef>
                <a:spcPts val="0"/>
              </a:spcBef>
              <a:buNone/>
              <a:defRPr sz="5184">
                <a:solidFill>
                  <a:schemeClr val="dk1"/>
                </a:solidFill>
                <a:latin typeface="Calibri"/>
                <a:ea typeface="Calibri"/>
                <a:cs typeface="Calibri"/>
                <a:sym typeface="Calibri"/>
              </a:defRPr>
            </a:lvl3pPr>
            <a:lvl4pPr indent="0" lvl="3" marL="0" marR="0" rtl="0" algn="l">
              <a:spcBef>
                <a:spcPts val="0"/>
              </a:spcBef>
              <a:buNone/>
              <a:defRPr sz="5184">
                <a:solidFill>
                  <a:schemeClr val="dk1"/>
                </a:solidFill>
                <a:latin typeface="Calibri"/>
                <a:ea typeface="Calibri"/>
                <a:cs typeface="Calibri"/>
                <a:sym typeface="Calibri"/>
              </a:defRPr>
            </a:lvl4pPr>
            <a:lvl5pPr indent="0" lvl="4" marL="0" marR="0" rtl="0" algn="l">
              <a:spcBef>
                <a:spcPts val="0"/>
              </a:spcBef>
              <a:buNone/>
              <a:defRPr sz="5184">
                <a:solidFill>
                  <a:schemeClr val="dk1"/>
                </a:solidFill>
                <a:latin typeface="Calibri"/>
                <a:ea typeface="Calibri"/>
                <a:cs typeface="Calibri"/>
                <a:sym typeface="Calibri"/>
              </a:defRPr>
            </a:lvl5pPr>
            <a:lvl6pPr indent="0" lvl="5" marL="0" marR="0" rtl="0" algn="l">
              <a:spcBef>
                <a:spcPts val="0"/>
              </a:spcBef>
              <a:buNone/>
              <a:defRPr sz="5184">
                <a:solidFill>
                  <a:schemeClr val="dk1"/>
                </a:solidFill>
                <a:latin typeface="Calibri"/>
                <a:ea typeface="Calibri"/>
                <a:cs typeface="Calibri"/>
                <a:sym typeface="Calibri"/>
              </a:defRPr>
            </a:lvl6pPr>
            <a:lvl7pPr indent="0" lvl="6" marL="0" marR="0" rtl="0" algn="l">
              <a:spcBef>
                <a:spcPts val="0"/>
              </a:spcBef>
              <a:buNone/>
              <a:defRPr sz="5184">
                <a:solidFill>
                  <a:schemeClr val="dk1"/>
                </a:solidFill>
                <a:latin typeface="Calibri"/>
                <a:ea typeface="Calibri"/>
                <a:cs typeface="Calibri"/>
                <a:sym typeface="Calibri"/>
              </a:defRPr>
            </a:lvl7pPr>
            <a:lvl8pPr indent="0" lvl="7" marL="0" marR="0" rtl="0" algn="l">
              <a:spcBef>
                <a:spcPts val="0"/>
              </a:spcBef>
              <a:buNone/>
              <a:defRPr sz="5184">
                <a:solidFill>
                  <a:schemeClr val="dk1"/>
                </a:solidFill>
                <a:latin typeface="Calibri"/>
                <a:ea typeface="Calibri"/>
                <a:cs typeface="Calibri"/>
                <a:sym typeface="Calibri"/>
              </a:defRPr>
            </a:lvl8pPr>
            <a:lvl9pPr indent="0" lvl="8" marL="0" marR="0" rtl="0" algn="l">
              <a:spcBef>
                <a:spcPts val="0"/>
              </a:spcBef>
              <a:buNone/>
              <a:defRPr sz="5184">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7"/>
          <p:cNvSpPr txBox="1"/>
          <p:nvPr>
            <p:ph type="title"/>
          </p:nvPr>
        </p:nvSpPr>
        <p:spPr>
          <a:xfrm>
            <a:off x="2263140" y="1168405"/>
            <a:ext cx="28392120" cy="424180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14080"/>
              <a:buFont typeface="Calibri"/>
              <a:buNone/>
              <a:defRPr b="0" i="0" sz="1408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5" name="Google Shape;45;p7"/>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46" name="Google Shape;46;p7"/>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47" name="Google Shape;47;p7"/>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5184">
                <a:solidFill>
                  <a:schemeClr val="dk1"/>
                </a:solidFill>
                <a:latin typeface="Calibri"/>
                <a:ea typeface="Calibri"/>
                <a:cs typeface="Calibri"/>
                <a:sym typeface="Calibri"/>
              </a:defRPr>
            </a:lvl1pPr>
            <a:lvl2pPr indent="0" lvl="1" marL="0" marR="0" rtl="0" algn="l">
              <a:spcBef>
                <a:spcPts val="0"/>
              </a:spcBef>
              <a:buNone/>
              <a:defRPr sz="5184">
                <a:solidFill>
                  <a:schemeClr val="dk1"/>
                </a:solidFill>
                <a:latin typeface="Calibri"/>
                <a:ea typeface="Calibri"/>
                <a:cs typeface="Calibri"/>
                <a:sym typeface="Calibri"/>
              </a:defRPr>
            </a:lvl2pPr>
            <a:lvl3pPr indent="0" lvl="2" marL="0" marR="0" rtl="0" algn="l">
              <a:spcBef>
                <a:spcPts val="0"/>
              </a:spcBef>
              <a:buNone/>
              <a:defRPr sz="5184">
                <a:solidFill>
                  <a:schemeClr val="dk1"/>
                </a:solidFill>
                <a:latin typeface="Calibri"/>
                <a:ea typeface="Calibri"/>
                <a:cs typeface="Calibri"/>
                <a:sym typeface="Calibri"/>
              </a:defRPr>
            </a:lvl3pPr>
            <a:lvl4pPr indent="0" lvl="3" marL="0" marR="0" rtl="0" algn="l">
              <a:spcBef>
                <a:spcPts val="0"/>
              </a:spcBef>
              <a:buNone/>
              <a:defRPr sz="5184">
                <a:solidFill>
                  <a:schemeClr val="dk1"/>
                </a:solidFill>
                <a:latin typeface="Calibri"/>
                <a:ea typeface="Calibri"/>
                <a:cs typeface="Calibri"/>
                <a:sym typeface="Calibri"/>
              </a:defRPr>
            </a:lvl4pPr>
            <a:lvl5pPr indent="0" lvl="4" marL="0" marR="0" rtl="0" algn="l">
              <a:spcBef>
                <a:spcPts val="0"/>
              </a:spcBef>
              <a:buNone/>
              <a:defRPr sz="5184">
                <a:solidFill>
                  <a:schemeClr val="dk1"/>
                </a:solidFill>
                <a:latin typeface="Calibri"/>
                <a:ea typeface="Calibri"/>
                <a:cs typeface="Calibri"/>
                <a:sym typeface="Calibri"/>
              </a:defRPr>
            </a:lvl5pPr>
            <a:lvl6pPr indent="0" lvl="5" marL="0" marR="0" rtl="0" algn="l">
              <a:spcBef>
                <a:spcPts val="0"/>
              </a:spcBef>
              <a:buNone/>
              <a:defRPr sz="5184">
                <a:solidFill>
                  <a:schemeClr val="dk1"/>
                </a:solidFill>
                <a:latin typeface="Calibri"/>
                <a:ea typeface="Calibri"/>
                <a:cs typeface="Calibri"/>
                <a:sym typeface="Calibri"/>
              </a:defRPr>
            </a:lvl6pPr>
            <a:lvl7pPr indent="0" lvl="6" marL="0" marR="0" rtl="0" algn="l">
              <a:spcBef>
                <a:spcPts val="0"/>
              </a:spcBef>
              <a:buNone/>
              <a:defRPr sz="5184">
                <a:solidFill>
                  <a:schemeClr val="dk1"/>
                </a:solidFill>
                <a:latin typeface="Calibri"/>
                <a:ea typeface="Calibri"/>
                <a:cs typeface="Calibri"/>
                <a:sym typeface="Calibri"/>
              </a:defRPr>
            </a:lvl7pPr>
            <a:lvl8pPr indent="0" lvl="7" marL="0" marR="0" rtl="0" algn="l">
              <a:spcBef>
                <a:spcPts val="0"/>
              </a:spcBef>
              <a:buNone/>
              <a:defRPr sz="5184">
                <a:solidFill>
                  <a:schemeClr val="dk1"/>
                </a:solidFill>
                <a:latin typeface="Calibri"/>
                <a:ea typeface="Calibri"/>
                <a:cs typeface="Calibri"/>
                <a:sym typeface="Calibri"/>
              </a:defRPr>
            </a:lvl8pPr>
            <a:lvl9pPr indent="0" lvl="8" marL="0" marR="0" rtl="0" algn="l">
              <a:spcBef>
                <a:spcPts val="0"/>
              </a:spcBef>
              <a:buNone/>
              <a:defRPr sz="5184">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8"/>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50" name="Google Shape;50;p8"/>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51" name="Google Shape;51;p8"/>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5184">
                <a:solidFill>
                  <a:schemeClr val="dk1"/>
                </a:solidFill>
                <a:latin typeface="Calibri"/>
                <a:ea typeface="Calibri"/>
                <a:cs typeface="Calibri"/>
                <a:sym typeface="Calibri"/>
              </a:defRPr>
            </a:lvl1pPr>
            <a:lvl2pPr indent="0" lvl="1" marL="0" marR="0" rtl="0" algn="l">
              <a:spcBef>
                <a:spcPts val="0"/>
              </a:spcBef>
              <a:buNone/>
              <a:defRPr sz="5184">
                <a:solidFill>
                  <a:schemeClr val="dk1"/>
                </a:solidFill>
                <a:latin typeface="Calibri"/>
                <a:ea typeface="Calibri"/>
                <a:cs typeface="Calibri"/>
                <a:sym typeface="Calibri"/>
              </a:defRPr>
            </a:lvl2pPr>
            <a:lvl3pPr indent="0" lvl="2" marL="0" marR="0" rtl="0" algn="l">
              <a:spcBef>
                <a:spcPts val="0"/>
              </a:spcBef>
              <a:buNone/>
              <a:defRPr sz="5184">
                <a:solidFill>
                  <a:schemeClr val="dk1"/>
                </a:solidFill>
                <a:latin typeface="Calibri"/>
                <a:ea typeface="Calibri"/>
                <a:cs typeface="Calibri"/>
                <a:sym typeface="Calibri"/>
              </a:defRPr>
            </a:lvl3pPr>
            <a:lvl4pPr indent="0" lvl="3" marL="0" marR="0" rtl="0" algn="l">
              <a:spcBef>
                <a:spcPts val="0"/>
              </a:spcBef>
              <a:buNone/>
              <a:defRPr sz="5184">
                <a:solidFill>
                  <a:schemeClr val="dk1"/>
                </a:solidFill>
                <a:latin typeface="Calibri"/>
                <a:ea typeface="Calibri"/>
                <a:cs typeface="Calibri"/>
                <a:sym typeface="Calibri"/>
              </a:defRPr>
            </a:lvl4pPr>
            <a:lvl5pPr indent="0" lvl="4" marL="0" marR="0" rtl="0" algn="l">
              <a:spcBef>
                <a:spcPts val="0"/>
              </a:spcBef>
              <a:buNone/>
              <a:defRPr sz="5184">
                <a:solidFill>
                  <a:schemeClr val="dk1"/>
                </a:solidFill>
                <a:latin typeface="Calibri"/>
                <a:ea typeface="Calibri"/>
                <a:cs typeface="Calibri"/>
                <a:sym typeface="Calibri"/>
              </a:defRPr>
            </a:lvl5pPr>
            <a:lvl6pPr indent="0" lvl="5" marL="0" marR="0" rtl="0" algn="l">
              <a:spcBef>
                <a:spcPts val="0"/>
              </a:spcBef>
              <a:buNone/>
              <a:defRPr sz="5184">
                <a:solidFill>
                  <a:schemeClr val="dk1"/>
                </a:solidFill>
                <a:latin typeface="Calibri"/>
                <a:ea typeface="Calibri"/>
                <a:cs typeface="Calibri"/>
                <a:sym typeface="Calibri"/>
              </a:defRPr>
            </a:lvl6pPr>
            <a:lvl7pPr indent="0" lvl="6" marL="0" marR="0" rtl="0" algn="l">
              <a:spcBef>
                <a:spcPts val="0"/>
              </a:spcBef>
              <a:buNone/>
              <a:defRPr sz="5184">
                <a:solidFill>
                  <a:schemeClr val="dk1"/>
                </a:solidFill>
                <a:latin typeface="Calibri"/>
                <a:ea typeface="Calibri"/>
                <a:cs typeface="Calibri"/>
                <a:sym typeface="Calibri"/>
              </a:defRPr>
            </a:lvl7pPr>
            <a:lvl8pPr indent="0" lvl="7" marL="0" marR="0" rtl="0" algn="l">
              <a:spcBef>
                <a:spcPts val="0"/>
              </a:spcBef>
              <a:buNone/>
              <a:defRPr sz="5184">
                <a:solidFill>
                  <a:schemeClr val="dk1"/>
                </a:solidFill>
                <a:latin typeface="Calibri"/>
                <a:ea typeface="Calibri"/>
                <a:cs typeface="Calibri"/>
                <a:sym typeface="Calibri"/>
              </a:defRPr>
            </a:lvl8pPr>
            <a:lvl9pPr indent="0" lvl="8" marL="0" marR="0" rtl="0" algn="l">
              <a:spcBef>
                <a:spcPts val="0"/>
              </a:spcBef>
              <a:buNone/>
              <a:defRPr sz="5184">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9"/>
          <p:cNvSpPr txBox="1"/>
          <p:nvPr>
            <p:ph type="title"/>
          </p:nvPr>
        </p:nvSpPr>
        <p:spPr>
          <a:xfrm>
            <a:off x="2267428" y="1463040"/>
            <a:ext cx="10617041" cy="512064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10240"/>
              <a:buFont typeface="Calibri"/>
              <a:buNone/>
              <a:defRPr b="0" i="0" sz="1024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 name="Google Shape;54;p9"/>
          <p:cNvSpPr txBox="1"/>
          <p:nvPr>
            <p:ph idx="1" type="body"/>
          </p:nvPr>
        </p:nvSpPr>
        <p:spPr>
          <a:xfrm>
            <a:off x="13994608" y="3159765"/>
            <a:ext cx="16664940" cy="15595600"/>
          </a:xfrm>
          <a:prstGeom prst="rect">
            <a:avLst/>
          </a:prstGeom>
          <a:noFill/>
          <a:ln>
            <a:noFill/>
          </a:ln>
        </p:spPr>
        <p:txBody>
          <a:bodyPr anchorCtr="0" anchor="t" bIns="45700" lIns="91425" spcFirstLastPara="1" rIns="91425" wrap="square" tIns="45700">
            <a:noAutofit/>
          </a:bodyPr>
          <a:lstStyle>
            <a:lvl1pPr indent="-878840" lvl="0" marL="457200" marR="0" rtl="0" algn="l">
              <a:lnSpc>
                <a:spcPct val="90000"/>
              </a:lnSpc>
              <a:spcBef>
                <a:spcPts val="3200"/>
              </a:spcBef>
              <a:spcAft>
                <a:spcPts val="0"/>
              </a:spcAft>
              <a:buClr>
                <a:schemeClr val="dk1"/>
              </a:buClr>
              <a:buSzPts val="10240"/>
              <a:buFont typeface="Arial"/>
              <a:buChar char="•"/>
              <a:defRPr b="0" i="0" sz="10240" u="none" cap="none" strike="noStrike">
                <a:solidFill>
                  <a:schemeClr val="dk1"/>
                </a:solidFill>
                <a:latin typeface="Calibri"/>
                <a:ea typeface="Calibri"/>
                <a:cs typeface="Calibri"/>
                <a:sym typeface="Calibri"/>
              </a:defRPr>
            </a:lvl1pPr>
            <a:lvl2pPr indent="-797560" lvl="1" marL="914400" marR="0" rtl="0" algn="l">
              <a:lnSpc>
                <a:spcPct val="90000"/>
              </a:lnSpc>
              <a:spcBef>
                <a:spcPts val="1600"/>
              </a:spcBef>
              <a:spcAft>
                <a:spcPts val="0"/>
              </a:spcAft>
              <a:buClr>
                <a:schemeClr val="dk1"/>
              </a:buClr>
              <a:buSzPts val="8960"/>
              <a:buFont typeface="Arial"/>
              <a:buChar char="•"/>
              <a:defRPr b="0" i="0" sz="8960" u="none" cap="none" strike="noStrike">
                <a:solidFill>
                  <a:schemeClr val="dk1"/>
                </a:solidFill>
                <a:latin typeface="Calibri"/>
                <a:ea typeface="Calibri"/>
                <a:cs typeface="Calibri"/>
                <a:sym typeface="Calibri"/>
              </a:defRPr>
            </a:lvl2pPr>
            <a:lvl3pPr indent="-716280" lvl="2" marL="1371600" marR="0" rtl="0" algn="l">
              <a:lnSpc>
                <a:spcPct val="90000"/>
              </a:lnSpc>
              <a:spcBef>
                <a:spcPts val="1600"/>
              </a:spcBef>
              <a:spcAft>
                <a:spcPts val="0"/>
              </a:spcAft>
              <a:buClr>
                <a:schemeClr val="dk1"/>
              </a:buClr>
              <a:buSzPts val="7680"/>
              <a:buFont typeface="Arial"/>
              <a:buChar char="•"/>
              <a:defRPr b="0" i="0" sz="7680" u="none" cap="none" strike="noStrike">
                <a:solidFill>
                  <a:schemeClr val="dk1"/>
                </a:solidFill>
                <a:latin typeface="Calibri"/>
                <a:ea typeface="Calibri"/>
                <a:cs typeface="Calibri"/>
                <a:sym typeface="Calibri"/>
              </a:defRPr>
            </a:lvl3pPr>
            <a:lvl4pPr indent="-635000" lvl="3" marL="18288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4pPr>
            <a:lvl5pPr indent="-635000" lvl="4" marL="22860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5pPr>
            <a:lvl6pPr indent="-635000" lvl="5" marL="27432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6pPr>
            <a:lvl7pPr indent="-635000" lvl="6" marL="32004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7pPr>
            <a:lvl8pPr indent="-635000" lvl="7" marL="36576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8pPr>
            <a:lvl9pPr indent="-635000" lvl="8" marL="41148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9pPr>
          </a:lstStyle>
          <a:p/>
        </p:txBody>
      </p:sp>
      <p:sp>
        <p:nvSpPr>
          <p:cNvPr id="55" name="Google Shape;55;p9"/>
          <p:cNvSpPr txBox="1"/>
          <p:nvPr>
            <p:ph idx="2" type="body"/>
          </p:nvPr>
        </p:nvSpPr>
        <p:spPr>
          <a:xfrm>
            <a:off x="2267428" y="6583680"/>
            <a:ext cx="10617041" cy="1219708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3200"/>
              </a:spcBef>
              <a:spcAft>
                <a:spcPts val="0"/>
              </a:spcAft>
              <a:buClr>
                <a:schemeClr val="dk1"/>
              </a:buClr>
              <a:buSzPts val="5120"/>
              <a:buFont typeface="Arial"/>
              <a:buNone/>
              <a:defRPr b="0" i="0" sz="5120" u="none" cap="none" strike="noStrike">
                <a:solidFill>
                  <a:schemeClr val="dk1"/>
                </a:solidFill>
                <a:latin typeface="Calibri"/>
                <a:ea typeface="Calibri"/>
                <a:cs typeface="Calibri"/>
                <a:sym typeface="Calibri"/>
              </a:defRPr>
            </a:lvl1pPr>
            <a:lvl2pPr indent="-228600" lvl="1" marL="914400" marR="0" rtl="0" algn="l">
              <a:lnSpc>
                <a:spcPct val="90000"/>
              </a:lnSpc>
              <a:spcBef>
                <a:spcPts val="1600"/>
              </a:spcBef>
              <a:spcAft>
                <a:spcPts val="0"/>
              </a:spcAft>
              <a:buClr>
                <a:schemeClr val="dk1"/>
              </a:buClr>
              <a:buSzPts val="4480"/>
              <a:buFont typeface="Arial"/>
              <a:buNone/>
              <a:defRPr b="0" i="0" sz="4480" u="none" cap="none" strike="noStrike">
                <a:solidFill>
                  <a:schemeClr val="dk1"/>
                </a:solidFill>
                <a:latin typeface="Calibri"/>
                <a:ea typeface="Calibri"/>
                <a:cs typeface="Calibri"/>
                <a:sym typeface="Calibri"/>
              </a:defRPr>
            </a:lvl2pPr>
            <a:lvl3pPr indent="-228600" lvl="2" marL="1371600" marR="0" rtl="0" algn="l">
              <a:lnSpc>
                <a:spcPct val="90000"/>
              </a:lnSpc>
              <a:spcBef>
                <a:spcPts val="1600"/>
              </a:spcBef>
              <a:spcAft>
                <a:spcPts val="0"/>
              </a:spcAft>
              <a:buClr>
                <a:schemeClr val="dk1"/>
              </a:buClr>
              <a:buSzPts val="3840"/>
              <a:buFont typeface="Arial"/>
              <a:buNone/>
              <a:defRPr b="0" i="0" sz="3840" u="none" cap="none" strike="noStrike">
                <a:solidFill>
                  <a:schemeClr val="dk1"/>
                </a:solidFill>
                <a:latin typeface="Calibri"/>
                <a:ea typeface="Calibri"/>
                <a:cs typeface="Calibri"/>
                <a:sym typeface="Calibri"/>
              </a:defRPr>
            </a:lvl3pPr>
            <a:lvl4pPr indent="-228600" lvl="3" marL="18288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9pPr>
          </a:lstStyle>
          <a:p/>
        </p:txBody>
      </p:sp>
      <p:sp>
        <p:nvSpPr>
          <p:cNvPr id="56" name="Google Shape;56;p9"/>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57" name="Google Shape;57;p9"/>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58" name="Google Shape;58;p9"/>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5184">
                <a:solidFill>
                  <a:schemeClr val="dk1"/>
                </a:solidFill>
                <a:latin typeface="Calibri"/>
                <a:ea typeface="Calibri"/>
                <a:cs typeface="Calibri"/>
                <a:sym typeface="Calibri"/>
              </a:defRPr>
            </a:lvl1pPr>
            <a:lvl2pPr indent="0" lvl="1" marL="0" marR="0" rtl="0" algn="l">
              <a:spcBef>
                <a:spcPts val="0"/>
              </a:spcBef>
              <a:buNone/>
              <a:defRPr sz="5184">
                <a:solidFill>
                  <a:schemeClr val="dk1"/>
                </a:solidFill>
                <a:latin typeface="Calibri"/>
                <a:ea typeface="Calibri"/>
                <a:cs typeface="Calibri"/>
                <a:sym typeface="Calibri"/>
              </a:defRPr>
            </a:lvl2pPr>
            <a:lvl3pPr indent="0" lvl="2" marL="0" marR="0" rtl="0" algn="l">
              <a:spcBef>
                <a:spcPts val="0"/>
              </a:spcBef>
              <a:buNone/>
              <a:defRPr sz="5184">
                <a:solidFill>
                  <a:schemeClr val="dk1"/>
                </a:solidFill>
                <a:latin typeface="Calibri"/>
                <a:ea typeface="Calibri"/>
                <a:cs typeface="Calibri"/>
                <a:sym typeface="Calibri"/>
              </a:defRPr>
            </a:lvl3pPr>
            <a:lvl4pPr indent="0" lvl="3" marL="0" marR="0" rtl="0" algn="l">
              <a:spcBef>
                <a:spcPts val="0"/>
              </a:spcBef>
              <a:buNone/>
              <a:defRPr sz="5184">
                <a:solidFill>
                  <a:schemeClr val="dk1"/>
                </a:solidFill>
                <a:latin typeface="Calibri"/>
                <a:ea typeface="Calibri"/>
                <a:cs typeface="Calibri"/>
                <a:sym typeface="Calibri"/>
              </a:defRPr>
            </a:lvl4pPr>
            <a:lvl5pPr indent="0" lvl="4" marL="0" marR="0" rtl="0" algn="l">
              <a:spcBef>
                <a:spcPts val="0"/>
              </a:spcBef>
              <a:buNone/>
              <a:defRPr sz="5184">
                <a:solidFill>
                  <a:schemeClr val="dk1"/>
                </a:solidFill>
                <a:latin typeface="Calibri"/>
                <a:ea typeface="Calibri"/>
                <a:cs typeface="Calibri"/>
                <a:sym typeface="Calibri"/>
              </a:defRPr>
            </a:lvl5pPr>
            <a:lvl6pPr indent="0" lvl="5" marL="0" marR="0" rtl="0" algn="l">
              <a:spcBef>
                <a:spcPts val="0"/>
              </a:spcBef>
              <a:buNone/>
              <a:defRPr sz="5184">
                <a:solidFill>
                  <a:schemeClr val="dk1"/>
                </a:solidFill>
                <a:latin typeface="Calibri"/>
                <a:ea typeface="Calibri"/>
                <a:cs typeface="Calibri"/>
                <a:sym typeface="Calibri"/>
              </a:defRPr>
            </a:lvl6pPr>
            <a:lvl7pPr indent="0" lvl="6" marL="0" marR="0" rtl="0" algn="l">
              <a:spcBef>
                <a:spcPts val="0"/>
              </a:spcBef>
              <a:buNone/>
              <a:defRPr sz="5184">
                <a:solidFill>
                  <a:schemeClr val="dk1"/>
                </a:solidFill>
                <a:latin typeface="Calibri"/>
                <a:ea typeface="Calibri"/>
                <a:cs typeface="Calibri"/>
                <a:sym typeface="Calibri"/>
              </a:defRPr>
            </a:lvl7pPr>
            <a:lvl8pPr indent="0" lvl="7" marL="0" marR="0" rtl="0" algn="l">
              <a:spcBef>
                <a:spcPts val="0"/>
              </a:spcBef>
              <a:buNone/>
              <a:defRPr sz="5184">
                <a:solidFill>
                  <a:schemeClr val="dk1"/>
                </a:solidFill>
                <a:latin typeface="Calibri"/>
                <a:ea typeface="Calibri"/>
                <a:cs typeface="Calibri"/>
                <a:sym typeface="Calibri"/>
              </a:defRPr>
            </a:lvl8pPr>
            <a:lvl9pPr indent="0" lvl="8" marL="0" marR="0" rtl="0" algn="l">
              <a:spcBef>
                <a:spcPts val="0"/>
              </a:spcBef>
              <a:buNone/>
              <a:defRPr sz="5184">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2267428" y="1463040"/>
            <a:ext cx="10617041" cy="512064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10240"/>
              <a:buFont typeface="Calibri"/>
              <a:buNone/>
              <a:defRPr b="0" i="0" sz="1024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1" name="Google Shape;61;p10"/>
          <p:cNvSpPr/>
          <p:nvPr>
            <p:ph idx="2" type="pic"/>
          </p:nvPr>
        </p:nvSpPr>
        <p:spPr>
          <a:xfrm>
            <a:off x="13994608" y="3159765"/>
            <a:ext cx="16664940" cy="15595600"/>
          </a:xfrm>
          <a:prstGeom prst="rect">
            <a:avLst/>
          </a:prstGeom>
          <a:noFill/>
          <a:ln>
            <a:noFill/>
          </a:ln>
        </p:spPr>
      </p:sp>
      <p:sp>
        <p:nvSpPr>
          <p:cNvPr id="62" name="Google Shape;62;p10"/>
          <p:cNvSpPr txBox="1"/>
          <p:nvPr>
            <p:ph idx="1" type="body"/>
          </p:nvPr>
        </p:nvSpPr>
        <p:spPr>
          <a:xfrm>
            <a:off x="2267428" y="6583680"/>
            <a:ext cx="10617041" cy="1219708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3200"/>
              </a:spcBef>
              <a:spcAft>
                <a:spcPts val="0"/>
              </a:spcAft>
              <a:buClr>
                <a:schemeClr val="dk1"/>
              </a:buClr>
              <a:buSzPts val="5120"/>
              <a:buFont typeface="Arial"/>
              <a:buNone/>
              <a:defRPr b="0" i="0" sz="5120" u="none" cap="none" strike="noStrike">
                <a:solidFill>
                  <a:schemeClr val="dk1"/>
                </a:solidFill>
                <a:latin typeface="Calibri"/>
                <a:ea typeface="Calibri"/>
                <a:cs typeface="Calibri"/>
                <a:sym typeface="Calibri"/>
              </a:defRPr>
            </a:lvl1pPr>
            <a:lvl2pPr indent="-228600" lvl="1" marL="914400" marR="0" rtl="0" algn="l">
              <a:lnSpc>
                <a:spcPct val="90000"/>
              </a:lnSpc>
              <a:spcBef>
                <a:spcPts val="1600"/>
              </a:spcBef>
              <a:spcAft>
                <a:spcPts val="0"/>
              </a:spcAft>
              <a:buClr>
                <a:schemeClr val="dk1"/>
              </a:buClr>
              <a:buSzPts val="4480"/>
              <a:buFont typeface="Arial"/>
              <a:buNone/>
              <a:defRPr b="0" i="0" sz="4480" u="none" cap="none" strike="noStrike">
                <a:solidFill>
                  <a:schemeClr val="dk1"/>
                </a:solidFill>
                <a:latin typeface="Calibri"/>
                <a:ea typeface="Calibri"/>
                <a:cs typeface="Calibri"/>
                <a:sym typeface="Calibri"/>
              </a:defRPr>
            </a:lvl2pPr>
            <a:lvl3pPr indent="-228600" lvl="2" marL="1371600" marR="0" rtl="0" algn="l">
              <a:lnSpc>
                <a:spcPct val="90000"/>
              </a:lnSpc>
              <a:spcBef>
                <a:spcPts val="1600"/>
              </a:spcBef>
              <a:spcAft>
                <a:spcPts val="0"/>
              </a:spcAft>
              <a:buClr>
                <a:schemeClr val="dk1"/>
              </a:buClr>
              <a:buSzPts val="3840"/>
              <a:buFont typeface="Arial"/>
              <a:buNone/>
              <a:defRPr b="0" i="0" sz="3840" u="none" cap="none" strike="noStrike">
                <a:solidFill>
                  <a:schemeClr val="dk1"/>
                </a:solidFill>
                <a:latin typeface="Calibri"/>
                <a:ea typeface="Calibri"/>
                <a:cs typeface="Calibri"/>
                <a:sym typeface="Calibri"/>
              </a:defRPr>
            </a:lvl3pPr>
            <a:lvl4pPr indent="-228600" lvl="3" marL="18288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4pPr>
            <a:lvl5pPr indent="-228600" lvl="4" marL="22860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5pPr>
            <a:lvl6pPr indent="-228600" lvl="5" marL="27432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6pPr>
            <a:lvl7pPr indent="-228600" lvl="6" marL="32004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7pPr>
            <a:lvl8pPr indent="-228600" lvl="7" marL="36576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8pPr>
            <a:lvl9pPr indent="-228600" lvl="8" marL="4114800" marR="0" rtl="0" algn="l">
              <a:lnSpc>
                <a:spcPct val="90000"/>
              </a:lnSpc>
              <a:spcBef>
                <a:spcPts val="16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9pPr>
          </a:lstStyle>
          <a:p/>
        </p:txBody>
      </p:sp>
      <p:sp>
        <p:nvSpPr>
          <p:cNvPr id="63" name="Google Shape;63;p10"/>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64" name="Google Shape;64;p10"/>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65" name="Google Shape;65;p10"/>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5184">
                <a:solidFill>
                  <a:schemeClr val="dk1"/>
                </a:solidFill>
                <a:latin typeface="Calibri"/>
                <a:ea typeface="Calibri"/>
                <a:cs typeface="Calibri"/>
                <a:sym typeface="Calibri"/>
              </a:defRPr>
            </a:lvl1pPr>
            <a:lvl2pPr indent="0" lvl="1" marL="0" marR="0" rtl="0" algn="l">
              <a:spcBef>
                <a:spcPts val="0"/>
              </a:spcBef>
              <a:buNone/>
              <a:defRPr sz="5184">
                <a:solidFill>
                  <a:schemeClr val="dk1"/>
                </a:solidFill>
                <a:latin typeface="Calibri"/>
                <a:ea typeface="Calibri"/>
                <a:cs typeface="Calibri"/>
                <a:sym typeface="Calibri"/>
              </a:defRPr>
            </a:lvl2pPr>
            <a:lvl3pPr indent="0" lvl="2" marL="0" marR="0" rtl="0" algn="l">
              <a:spcBef>
                <a:spcPts val="0"/>
              </a:spcBef>
              <a:buNone/>
              <a:defRPr sz="5184">
                <a:solidFill>
                  <a:schemeClr val="dk1"/>
                </a:solidFill>
                <a:latin typeface="Calibri"/>
                <a:ea typeface="Calibri"/>
                <a:cs typeface="Calibri"/>
                <a:sym typeface="Calibri"/>
              </a:defRPr>
            </a:lvl3pPr>
            <a:lvl4pPr indent="0" lvl="3" marL="0" marR="0" rtl="0" algn="l">
              <a:spcBef>
                <a:spcPts val="0"/>
              </a:spcBef>
              <a:buNone/>
              <a:defRPr sz="5184">
                <a:solidFill>
                  <a:schemeClr val="dk1"/>
                </a:solidFill>
                <a:latin typeface="Calibri"/>
                <a:ea typeface="Calibri"/>
                <a:cs typeface="Calibri"/>
                <a:sym typeface="Calibri"/>
              </a:defRPr>
            </a:lvl4pPr>
            <a:lvl5pPr indent="0" lvl="4" marL="0" marR="0" rtl="0" algn="l">
              <a:spcBef>
                <a:spcPts val="0"/>
              </a:spcBef>
              <a:buNone/>
              <a:defRPr sz="5184">
                <a:solidFill>
                  <a:schemeClr val="dk1"/>
                </a:solidFill>
                <a:latin typeface="Calibri"/>
                <a:ea typeface="Calibri"/>
                <a:cs typeface="Calibri"/>
                <a:sym typeface="Calibri"/>
              </a:defRPr>
            </a:lvl5pPr>
            <a:lvl6pPr indent="0" lvl="5" marL="0" marR="0" rtl="0" algn="l">
              <a:spcBef>
                <a:spcPts val="0"/>
              </a:spcBef>
              <a:buNone/>
              <a:defRPr sz="5184">
                <a:solidFill>
                  <a:schemeClr val="dk1"/>
                </a:solidFill>
                <a:latin typeface="Calibri"/>
                <a:ea typeface="Calibri"/>
                <a:cs typeface="Calibri"/>
                <a:sym typeface="Calibri"/>
              </a:defRPr>
            </a:lvl6pPr>
            <a:lvl7pPr indent="0" lvl="6" marL="0" marR="0" rtl="0" algn="l">
              <a:spcBef>
                <a:spcPts val="0"/>
              </a:spcBef>
              <a:buNone/>
              <a:defRPr sz="5184">
                <a:solidFill>
                  <a:schemeClr val="dk1"/>
                </a:solidFill>
                <a:latin typeface="Calibri"/>
                <a:ea typeface="Calibri"/>
                <a:cs typeface="Calibri"/>
                <a:sym typeface="Calibri"/>
              </a:defRPr>
            </a:lvl7pPr>
            <a:lvl8pPr indent="0" lvl="7" marL="0" marR="0" rtl="0" algn="l">
              <a:spcBef>
                <a:spcPts val="0"/>
              </a:spcBef>
              <a:buNone/>
              <a:defRPr sz="5184">
                <a:solidFill>
                  <a:schemeClr val="dk1"/>
                </a:solidFill>
                <a:latin typeface="Calibri"/>
                <a:ea typeface="Calibri"/>
                <a:cs typeface="Calibri"/>
                <a:sym typeface="Calibri"/>
              </a:defRPr>
            </a:lvl8pPr>
            <a:lvl9pPr indent="0" lvl="8" marL="0" marR="0" rtl="0" algn="l">
              <a:spcBef>
                <a:spcPts val="0"/>
              </a:spcBef>
              <a:buNone/>
              <a:defRPr sz="5184">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11"/>
          <p:cNvSpPr txBox="1"/>
          <p:nvPr>
            <p:ph type="title"/>
          </p:nvPr>
        </p:nvSpPr>
        <p:spPr>
          <a:xfrm>
            <a:off x="2263140" y="1168405"/>
            <a:ext cx="28392120" cy="424180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14080"/>
              <a:buFont typeface="Calibri"/>
              <a:buNone/>
              <a:defRPr b="0" i="0" sz="1408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8" name="Google Shape;68;p11"/>
          <p:cNvSpPr txBox="1"/>
          <p:nvPr>
            <p:ph idx="1" type="body"/>
          </p:nvPr>
        </p:nvSpPr>
        <p:spPr>
          <a:xfrm rot="5400000">
            <a:off x="9497059" y="-1391919"/>
            <a:ext cx="13924282" cy="28392120"/>
          </a:xfrm>
          <a:prstGeom prst="rect">
            <a:avLst/>
          </a:prstGeom>
          <a:noFill/>
          <a:ln>
            <a:noFill/>
          </a:ln>
        </p:spPr>
        <p:txBody>
          <a:bodyPr anchorCtr="0" anchor="t" bIns="45700" lIns="91425" spcFirstLastPara="1" rIns="91425" wrap="square" tIns="45700">
            <a:noAutofit/>
          </a:bodyPr>
          <a:lstStyle>
            <a:lvl1pPr indent="-797560" lvl="0" marL="457200" marR="0" rtl="0" algn="l">
              <a:lnSpc>
                <a:spcPct val="90000"/>
              </a:lnSpc>
              <a:spcBef>
                <a:spcPts val="3200"/>
              </a:spcBef>
              <a:spcAft>
                <a:spcPts val="0"/>
              </a:spcAft>
              <a:buClr>
                <a:schemeClr val="dk1"/>
              </a:buClr>
              <a:buSzPts val="8960"/>
              <a:buFont typeface="Arial"/>
              <a:buChar char="•"/>
              <a:defRPr b="0" i="0" sz="8960" u="none" cap="none" strike="noStrike">
                <a:solidFill>
                  <a:schemeClr val="dk1"/>
                </a:solidFill>
                <a:latin typeface="Calibri"/>
                <a:ea typeface="Calibri"/>
                <a:cs typeface="Calibri"/>
                <a:sym typeface="Calibri"/>
              </a:defRPr>
            </a:lvl1pPr>
            <a:lvl2pPr indent="-716280" lvl="1" marL="914400" marR="0" rtl="0" algn="l">
              <a:lnSpc>
                <a:spcPct val="90000"/>
              </a:lnSpc>
              <a:spcBef>
                <a:spcPts val="1600"/>
              </a:spcBef>
              <a:spcAft>
                <a:spcPts val="0"/>
              </a:spcAft>
              <a:buClr>
                <a:schemeClr val="dk1"/>
              </a:buClr>
              <a:buSzPts val="7680"/>
              <a:buFont typeface="Arial"/>
              <a:buChar char="•"/>
              <a:defRPr b="0" i="0" sz="7680" u="none" cap="none" strike="noStrike">
                <a:solidFill>
                  <a:schemeClr val="dk1"/>
                </a:solidFill>
                <a:latin typeface="Calibri"/>
                <a:ea typeface="Calibri"/>
                <a:cs typeface="Calibri"/>
                <a:sym typeface="Calibri"/>
              </a:defRPr>
            </a:lvl2pPr>
            <a:lvl3pPr indent="-635000" lvl="2" marL="13716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3pPr>
            <a:lvl4pPr indent="-594360" lvl="3" marL="1828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4pPr>
            <a:lvl5pPr indent="-594360" lvl="4" marL="22860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5pPr>
            <a:lvl6pPr indent="-594360" lvl="5" marL="27432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6pPr>
            <a:lvl7pPr indent="-594360" lvl="6" marL="32004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7pPr>
            <a:lvl8pPr indent="-594360" lvl="7" marL="36576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8pPr>
            <a:lvl9pPr indent="-594360" lvl="8" marL="4114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9pPr>
          </a:lstStyle>
          <a:p/>
        </p:txBody>
      </p:sp>
      <p:sp>
        <p:nvSpPr>
          <p:cNvPr id="69" name="Google Shape;69;p11"/>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70" name="Google Shape;70;p11"/>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71" name="Google Shape;71;p11"/>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5184">
                <a:solidFill>
                  <a:schemeClr val="dk1"/>
                </a:solidFill>
                <a:latin typeface="Calibri"/>
                <a:ea typeface="Calibri"/>
                <a:cs typeface="Calibri"/>
                <a:sym typeface="Calibri"/>
              </a:defRPr>
            </a:lvl1pPr>
            <a:lvl2pPr indent="0" lvl="1" marL="0" marR="0" rtl="0" algn="l">
              <a:spcBef>
                <a:spcPts val="0"/>
              </a:spcBef>
              <a:buNone/>
              <a:defRPr sz="5184">
                <a:solidFill>
                  <a:schemeClr val="dk1"/>
                </a:solidFill>
                <a:latin typeface="Calibri"/>
                <a:ea typeface="Calibri"/>
                <a:cs typeface="Calibri"/>
                <a:sym typeface="Calibri"/>
              </a:defRPr>
            </a:lvl2pPr>
            <a:lvl3pPr indent="0" lvl="2" marL="0" marR="0" rtl="0" algn="l">
              <a:spcBef>
                <a:spcPts val="0"/>
              </a:spcBef>
              <a:buNone/>
              <a:defRPr sz="5184">
                <a:solidFill>
                  <a:schemeClr val="dk1"/>
                </a:solidFill>
                <a:latin typeface="Calibri"/>
                <a:ea typeface="Calibri"/>
                <a:cs typeface="Calibri"/>
                <a:sym typeface="Calibri"/>
              </a:defRPr>
            </a:lvl3pPr>
            <a:lvl4pPr indent="0" lvl="3" marL="0" marR="0" rtl="0" algn="l">
              <a:spcBef>
                <a:spcPts val="0"/>
              </a:spcBef>
              <a:buNone/>
              <a:defRPr sz="5184">
                <a:solidFill>
                  <a:schemeClr val="dk1"/>
                </a:solidFill>
                <a:latin typeface="Calibri"/>
                <a:ea typeface="Calibri"/>
                <a:cs typeface="Calibri"/>
                <a:sym typeface="Calibri"/>
              </a:defRPr>
            </a:lvl4pPr>
            <a:lvl5pPr indent="0" lvl="4" marL="0" marR="0" rtl="0" algn="l">
              <a:spcBef>
                <a:spcPts val="0"/>
              </a:spcBef>
              <a:buNone/>
              <a:defRPr sz="5184">
                <a:solidFill>
                  <a:schemeClr val="dk1"/>
                </a:solidFill>
                <a:latin typeface="Calibri"/>
                <a:ea typeface="Calibri"/>
                <a:cs typeface="Calibri"/>
                <a:sym typeface="Calibri"/>
              </a:defRPr>
            </a:lvl5pPr>
            <a:lvl6pPr indent="0" lvl="5" marL="0" marR="0" rtl="0" algn="l">
              <a:spcBef>
                <a:spcPts val="0"/>
              </a:spcBef>
              <a:buNone/>
              <a:defRPr sz="5184">
                <a:solidFill>
                  <a:schemeClr val="dk1"/>
                </a:solidFill>
                <a:latin typeface="Calibri"/>
                <a:ea typeface="Calibri"/>
                <a:cs typeface="Calibri"/>
                <a:sym typeface="Calibri"/>
              </a:defRPr>
            </a:lvl6pPr>
            <a:lvl7pPr indent="0" lvl="6" marL="0" marR="0" rtl="0" algn="l">
              <a:spcBef>
                <a:spcPts val="0"/>
              </a:spcBef>
              <a:buNone/>
              <a:defRPr sz="5184">
                <a:solidFill>
                  <a:schemeClr val="dk1"/>
                </a:solidFill>
                <a:latin typeface="Calibri"/>
                <a:ea typeface="Calibri"/>
                <a:cs typeface="Calibri"/>
                <a:sym typeface="Calibri"/>
              </a:defRPr>
            </a:lvl7pPr>
            <a:lvl8pPr indent="0" lvl="7" marL="0" marR="0" rtl="0" algn="l">
              <a:spcBef>
                <a:spcPts val="0"/>
              </a:spcBef>
              <a:buNone/>
              <a:defRPr sz="5184">
                <a:solidFill>
                  <a:schemeClr val="dk1"/>
                </a:solidFill>
                <a:latin typeface="Calibri"/>
                <a:ea typeface="Calibri"/>
                <a:cs typeface="Calibri"/>
                <a:sym typeface="Calibri"/>
              </a:defRPr>
            </a:lvl8pPr>
            <a:lvl9pPr indent="0" lvl="8" marL="0" marR="0" rtl="0" algn="l">
              <a:spcBef>
                <a:spcPts val="0"/>
              </a:spcBef>
              <a:buNone/>
              <a:defRPr sz="5184">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12"/>
          <p:cNvSpPr txBox="1"/>
          <p:nvPr>
            <p:ph type="title"/>
          </p:nvPr>
        </p:nvSpPr>
        <p:spPr>
          <a:xfrm rot="5400000">
            <a:off x="17807306" y="6918326"/>
            <a:ext cx="18597882" cy="709803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14080"/>
              <a:buFont typeface="Calibri"/>
              <a:buNone/>
              <a:defRPr b="0" i="0" sz="1408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4" name="Google Shape;74;p12"/>
          <p:cNvSpPr txBox="1"/>
          <p:nvPr>
            <p:ph idx="1" type="body"/>
          </p:nvPr>
        </p:nvSpPr>
        <p:spPr>
          <a:xfrm rot="5400000">
            <a:off x="3405506" y="26036"/>
            <a:ext cx="18597882" cy="20882610"/>
          </a:xfrm>
          <a:prstGeom prst="rect">
            <a:avLst/>
          </a:prstGeom>
          <a:noFill/>
          <a:ln>
            <a:noFill/>
          </a:ln>
        </p:spPr>
        <p:txBody>
          <a:bodyPr anchorCtr="0" anchor="t" bIns="45700" lIns="91425" spcFirstLastPara="1" rIns="91425" wrap="square" tIns="45700">
            <a:noAutofit/>
          </a:bodyPr>
          <a:lstStyle>
            <a:lvl1pPr indent="-797560" lvl="0" marL="457200" marR="0" rtl="0" algn="l">
              <a:lnSpc>
                <a:spcPct val="90000"/>
              </a:lnSpc>
              <a:spcBef>
                <a:spcPts val="3200"/>
              </a:spcBef>
              <a:spcAft>
                <a:spcPts val="0"/>
              </a:spcAft>
              <a:buClr>
                <a:schemeClr val="dk1"/>
              </a:buClr>
              <a:buSzPts val="8960"/>
              <a:buFont typeface="Arial"/>
              <a:buChar char="•"/>
              <a:defRPr b="0" i="0" sz="8960" u="none" cap="none" strike="noStrike">
                <a:solidFill>
                  <a:schemeClr val="dk1"/>
                </a:solidFill>
                <a:latin typeface="Calibri"/>
                <a:ea typeface="Calibri"/>
                <a:cs typeface="Calibri"/>
                <a:sym typeface="Calibri"/>
              </a:defRPr>
            </a:lvl1pPr>
            <a:lvl2pPr indent="-716280" lvl="1" marL="914400" marR="0" rtl="0" algn="l">
              <a:lnSpc>
                <a:spcPct val="90000"/>
              </a:lnSpc>
              <a:spcBef>
                <a:spcPts val="1600"/>
              </a:spcBef>
              <a:spcAft>
                <a:spcPts val="0"/>
              </a:spcAft>
              <a:buClr>
                <a:schemeClr val="dk1"/>
              </a:buClr>
              <a:buSzPts val="7680"/>
              <a:buFont typeface="Arial"/>
              <a:buChar char="•"/>
              <a:defRPr b="0" i="0" sz="7680" u="none" cap="none" strike="noStrike">
                <a:solidFill>
                  <a:schemeClr val="dk1"/>
                </a:solidFill>
                <a:latin typeface="Calibri"/>
                <a:ea typeface="Calibri"/>
                <a:cs typeface="Calibri"/>
                <a:sym typeface="Calibri"/>
              </a:defRPr>
            </a:lvl2pPr>
            <a:lvl3pPr indent="-635000" lvl="2" marL="1371600" marR="0" rtl="0" algn="l">
              <a:lnSpc>
                <a:spcPct val="90000"/>
              </a:lnSpc>
              <a:spcBef>
                <a:spcPts val="1600"/>
              </a:spcBef>
              <a:spcAft>
                <a:spcPts val="0"/>
              </a:spcAft>
              <a:buClr>
                <a:schemeClr val="dk1"/>
              </a:buClr>
              <a:buSzPts val="6400"/>
              <a:buFont typeface="Arial"/>
              <a:buChar char="•"/>
              <a:defRPr b="0" i="0" sz="6400" u="none" cap="none" strike="noStrike">
                <a:solidFill>
                  <a:schemeClr val="dk1"/>
                </a:solidFill>
                <a:latin typeface="Calibri"/>
                <a:ea typeface="Calibri"/>
                <a:cs typeface="Calibri"/>
                <a:sym typeface="Calibri"/>
              </a:defRPr>
            </a:lvl3pPr>
            <a:lvl4pPr indent="-594360" lvl="3" marL="1828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4pPr>
            <a:lvl5pPr indent="-594360" lvl="4" marL="22860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5pPr>
            <a:lvl6pPr indent="-594360" lvl="5" marL="27432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6pPr>
            <a:lvl7pPr indent="-594360" lvl="6" marL="32004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7pPr>
            <a:lvl8pPr indent="-594360" lvl="7" marL="36576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8pPr>
            <a:lvl9pPr indent="-594360" lvl="8" marL="4114800" marR="0" rtl="0" algn="l">
              <a:lnSpc>
                <a:spcPct val="90000"/>
              </a:lnSpc>
              <a:spcBef>
                <a:spcPts val="1600"/>
              </a:spcBef>
              <a:spcAft>
                <a:spcPts val="0"/>
              </a:spcAft>
              <a:buClr>
                <a:schemeClr val="dk1"/>
              </a:buClr>
              <a:buSzPts val="5760"/>
              <a:buFont typeface="Arial"/>
              <a:buChar char="•"/>
              <a:defRPr b="0" i="0" sz="5760" u="none" cap="none" strike="noStrike">
                <a:solidFill>
                  <a:schemeClr val="dk1"/>
                </a:solidFill>
                <a:latin typeface="Calibri"/>
                <a:ea typeface="Calibri"/>
                <a:cs typeface="Calibri"/>
                <a:sym typeface="Calibri"/>
              </a:defRPr>
            </a:lvl9pPr>
          </a:lstStyle>
          <a:p/>
        </p:txBody>
      </p:sp>
      <p:sp>
        <p:nvSpPr>
          <p:cNvPr id="75" name="Google Shape;75;p12"/>
          <p:cNvSpPr txBox="1"/>
          <p:nvPr>
            <p:ph idx="10" type="dt"/>
          </p:nvPr>
        </p:nvSpPr>
        <p:spPr>
          <a:xfrm>
            <a:off x="2263140" y="20340325"/>
            <a:ext cx="740664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76" name="Google Shape;76;p12"/>
          <p:cNvSpPr txBox="1"/>
          <p:nvPr>
            <p:ph idx="11" type="ftr"/>
          </p:nvPr>
        </p:nvSpPr>
        <p:spPr>
          <a:xfrm>
            <a:off x="10904220" y="20340325"/>
            <a:ext cx="11109960" cy="1168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5184">
                <a:solidFill>
                  <a:schemeClr val="dk1"/>
                </a:solidFill>
                <a:latin typeface="Calibri"/>
                <a:ea typeface="Calibri"/>
                <a:cs typeface="Calibri"/>
                <a:sym typeface="Calibri"/>
              </a:defRPr>
            </a:lvl1pPr>
            <a:lvl2pPr lvl="1"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5184" u="none" cap="none" strike="noStrike">
                <a:solidFill>
                  <a:schemeClr val="dk1"/>
                </a:solidFill>
                <a:latin typeface="Calibri"/>
                <a:ea typeface="Calibri"/>
                <a:cs typeface="Calibri"/>
                <a:sym typeface="Calibri"/>
              </a:defRPr>
            </a:lvl9pPr>
          </a:lstStyle>
          <a:p/>
        </p:txBody>
      </p:sp>
      <p:sp>
        <p:nvSpPr>
          <p:cNvPr id="77" name="Google Shape;77;p12"/>
          <p:cNvSpPr txBox="1"/>
          <p:nvPr>
            <p:ph idx="12" type="sldNum"/>
          </p:nvPr>
        </p:nvSpPr>
        <p:spPr>
          <a:xfrm>
            <a:off x="23248620" y="20340325"/>
            <a:ext cx="7406640" cy="11684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5184">
                <a:solidFill>
                  <a:schemeClr val="dk1"/>
                </a:solidFill>
                <a:latin typeface="Calibri"/>
                <a:ea typeface="Calibri"/>
                <a:cs typeface="Calibri"/>
                <a:sym typeface="Calibri"/>
              </a:defRPr>
            </a:lvl1pPr>
            <a:lvl2pPr indent="0" lvl="1" marL="0" marR="0" rtl="0" algn="l">
              <a:spcBef>
                <a:spcPts val="0"/>
              </a:spcBef>
              <a:buNone/>
              <a:defRPr sz="5184">
                <a:solidFill>
                  <a:schemeClr val="dk1"/>
                </a:solidFill>
                <a:latin typeface="Calibri"/>
                <a:ea typeface="Calibri"/>
                <a:cs typeface="Calibri"/>
                <a:sym typeface="Calibri"/>
              </a:defRPr>
            </a:lvl2pPr>
            <a:lvl3pPr indent="0" lvl="2" marL="0" marR="0" rtl="0" algn="l">
              <a:spcBef>
                <a:spcPts val="0"/>
              </a:spcBef>
              <a:buNone/>
              <a:defRPr sz="5184">
                <a:solidFill>
                  <a:schemeClr val="dk1"/>
                </a:solidFill>
                <a:latin typeface="Calibri"/>
                <a:ea typeface="Calibri"/>
                <a:cs typeface="Calibri"/>
                <a:sym typeface="Calibri"/>
              </a:defRPr>
            </a:lvl3pPr>
            <a:lvl4pPr indent="0" lvl="3" marL="0" marR="0" rtl="0" algn="l">
              <a:spcBef>
                <a:spcPts val="0"/>
              </a:spcBef>
              <a:buNone/>
              <a:defRPr sz="5184">
                <a:solidFill>
                  <a:schemeClr val="dk1"/>
                </a:solidFill>
                <a:latin typeface="Calibri"/>
                <a:ea typeface="Calibri"/>
                <a:cs typeface="Calibri"/>
                <a:sym typeface="Calibri"/>
              </a:defRPr>
            </a:lvl4pPr>
            <a:lvl5pPr indent="0" lvl="4" marL="0" marR="0" rtl="0" algn="l">
              <a:spcBef>
                <a:spcPts val="0"/>
              </a:spcBef>
              <a:buNone/>
              <a:defRPr sz="5184">
                <a:solidFill>
                  <a:schemeClr val="dk1"/>
                </a:solidFill>
                <a:latin typeface="Calibri"/>
                <a:ea typeface="Calibri"/>
                <a:cs typeface="Calibri"/>
                <a:sym typeface="Calibri"/>
              </a:defRPr>
            </a:lvl5pPr>
            <a:lvl6pPr indent="0" lvl="5" marL="0" marR="0" rtl="0" algn="l">
              <a:spcBef>
                <a:spcPts val="0"/>
              </a:spcBef>
              <a:buNone/>
              <a:defRPr sz="5184">
                <a:solidFill>
                  <a:schemeClr val="dk1"/>
                </a:solidFill>
                <a:latin typeface="Calibri"/>
                <a:ea typeface="Calibri"/>
                <a:cs typeface="Calibri"/>
                <a:sym typeface="Calibri"/>
              </a:defRPr>
            </a:lvl6pPr>
            <a:lvl7pPr indent="0" lvl="6" marL="0" marR="0" rtl="0" algn="l">
              <a:spcBef>
                <a:spcPts val="0"/>
              </a:spcBef>
              <a:buNone/>
              <a:defRPr sz="5184">
                <a:solidFill>
                  <a:schemeClr val="dk1"/>
                </a:solidFill>
                <a:latin typeface="Calibri"/>
                <a:ea typeface="Calibri"/>
                <a:cs typeface="Calibri"/>
                <a:sym typeface="Calibri"/>
              </a:defRPr>
            </a:lvl7pPr>
            <a:lvl8pPr indent="0" lvl="7" marL="0" marR="0" rtl="0" algn="l">
              <a:spcBef>
                <a:spcPts val="0"/>
              </a:spcBef>
              <a:buNone/>
              <a:defRPr sz="5184">
                <a:solidFill>
                  <a:schemeClr val="dk1"/>
                </a:solidFill>
                <a:latin typeface="Calibri"/>
                <a:ea typeface="Calibri"/>
                <a:cs typeface="Calibri"/>
                <a:sym typeface="Calibri"/>
              </a:defRPr>
            </a:lvl8pPr>
            <a:lvl9pPr indent="0" lvl="8" marL="0" marR="0" rtl="0" algn="l">
              <a:spcBef>
                <a:spcPts val="0"/>
              </a:spcBef>
              <a:buNone/>
              <a:defRPr sz="5184">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627"/>
        </a:solidFill>
      </p:bgPr>
    </p:bg>
    <p:spTree>
      <p:nvGrpSpPr>
        <p:cNvPr id="5" name="Shape 5"/>
        <p:cNvGrpSpPr/>
        <p:nvPr/>
      </p:nvGrpSpPr>
      <p:grpSpPr>
        <a:xfrm>
          <a:off x="0" y="0"/>
          <a:ext cx="0" cy="0"/>
          <a:chOff x="0" y="0"/>
          <a:chExt cx="0" cy="0"/>
        </a:xfrm>
      </p:grpSpPr>
      <p:sp>
        <p:nvSpPr>
          <p:cNvPr id="6" name="Google Shape;6;p1"/>
          <p:cNvSpPr/>
          <p:nvPr/>
        </p:nvSpPr>
        <p:spPr>
          <a:xfrm>
            <a:off x="618564" y="3200400"/>
            <a:ext cx="32057788" cy="1831489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5184" u="none" cap="none" strike="noStrike">
              <a:solidFill>
                <a:schemeClr val="lt1"/>
              </a:solidFill>
              <a:latin typeface="Calibri"/>
              <a:ea typeface="Calibri"/>
              <a:cs typeface="Calibri"/>
              <a:sym typeface="Calibri"/>
            </a:endParaRPr>
          </a:p>
        </p:txBody>
      </p:sp>
      <p:sp>
        <p:nvSpPr>
          <p:cNvPr id="7" name="Google Shape;7;p1"/>
          <p:cNvSpPr/>
          <p:nvPr/>
        </p:nvSpPr>
        <p:spPr>
          <a:xfrm>
            <a:off x="215152" y="19632706"/>
            <a:ext cx="32461200" cy="137160"/>
          </a:xfrm>
          <a:prstGeom prst="rect">
            <a:avLst/>
          </a:prstGeom>
          <a:solidFill>
            <a:srgbClr val="FFC62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5184" u="none" cap="none" strike="noStrike">
              <a:solidFill>
                <a:schemeClr val="lt1"/>
              </a:solidFill>
              <a:latin typeface="Calibri"/>
              <a:ea typeface="Calibri"/>
              <a:cs typeface="Calibri"/>
              <a:sym typeface="Calibri"/>
            </a:endParaRPr>
          </a:p>
        </p:txBody>
      </p:sp>
      <p:pic>
        <p:nvPicPr>
          <p:cNvPr id="8" name="Google Shape;8;p1"/>
          <p:cNvPicPr preferRelativeResize="0"/>
          <p:nvPr/>
        </p:nvPicPr>
        <p:blipFill rotWithShape="1">
          <a:blip r:embed="rId1">
            <a:alphaModFix/>
          </a:blip>
          <a:srcRect b="13452" l="0" r="0" t="12864"/>
          <a:stretch/>
        </p:blipFill>
        <p:spPr>
          <a:xfrm>
            <a:off x="25996586" y="19811994"/>
            <a:ext cx="6639130" cy="16002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3"/>
          <p:cNvSpPr txBox="1"/>
          <p:nvPr/>
        </p:nvSpPr>
        <p:spPr>
          <a:xfrm>
            <a:off x="1371600" y="317718"/>
            <a:ext cx="30175200" cy="2401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000"/>
              <a:buFont typeface="Arial"/>
              <a:buNone/>
            </a:pPr>
            <a:r>
              <a:rPr lang="en-US" sz="5000">
                <a:solidFill>
                  <a:srgbClr val="000000"/>
                </a:solidFill>
                <a:latin typeface="Calibri"/>
                <a:ea typeface="Calibri"/>
                <a:cs typeface="Calibri"/>
                <a:sym typeface="Calibri"/>
              </a:rPr>
              <a:t>Residential Energy Consumption Data Analysis</a:t>
            </a:r>
            <a:endParaRPr sz="50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5000"/>
              <a:buFont typeface="Arial"/>
              <a:buNone/>
            </a:pPr>
            <a:r>
              <a:t/>
            </a:r>
            <a:endParaRPr sz="5000">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5000"/>
              <a:buFont typeface="Arial"/>
              <a:buNone/>
            </a:pPr>
            <a:r>
              <a:t/>
            </a:r>
            <a:endParaRPr b="0" i="0" sz="5000" u="none" cap="none" strike="noStrike">
              <a:solidFill>
                <a:srgbClr val="000000"/>
              </a:solidFill>
              <a:latin typeface="Calibri"/>
              <a:ea typeface="Calibri"/>
              <a:cs typeface="Calibri"/>
              <a:sym typeface="Calibri"/>
            </a:endParaRPr>
          </a:p>
        </p:txBody>
      </p:sp>
      <p:sp>
        <p:nvSpPr>
          <p:cNvPr id="83" name="Google Shape;83;p13"/>
          <p:cNvSpPr txBox="1"/>
          <p:nvPr/>
        </p:nvSpPr>
        <p:spPr>
          <a:xfrm>
            <a:off x="1447800" y="1232118"/>
            <a:ext cx="30175200" cy="1477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Calibri"/>
                <a:ea typeface="Calibri"/>
                <a:cs typeface="Calibri"/>
                <a:sym typeface="Calibri"/>
              </a:rPr>
              <a:t>Saif Elsaady, </a:t>
            </a:r>
            <a:r>
              <a:rPr lang="en-US" sz="3000">
                <a:solidFill>
                  <a:srgbClr val="000000"/>
                </a:solidFill>
                <a:latin typeface="Calibri"/>
                <a:ea typeface="Calibri"/>
                <a:cs typeface="Calibri"/>
                <a:sym typeface="Calibri"/>
              </a:rPr>
              <a:t>Data Science</a:t>
            </a:r>
            <a:endParaRPr b="0" i="0" sz="3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Calibri"/>
                <a:ea typeface="Calibri"/>
                <a:cs typeface="Calibri"/>
                <a:sym typeface="Calibri"/>
              </a:rPr>
              <a:t>Mentor: </a:t>
            </a:r>
            <a:r>
              <a:rPr lang="en-US" sz="3000">
                <a:solidFill>
                  <a:srgbClr val="000000"/>
                </a:solidFill>
                <a:latin typeface="Calibri"/>
                <a:ea typeface="Calibri"/>
                <a:cs typeface="Calibri"/>
                <a:sym typeface="Calibri"/>
              </a:rPr>
              <a:t>Clark Miller</a:t>
            </a:r>
            <a:r>
              <a:rPr b="0" i="0" lang="en-US" sz="3000" u="none" cap="none" strike="noStrike">
                <a:solidFill>
                  <a:srgbClr val="000000"/>
                </a:solidFill>
                <a:latin typeface="Calibri"/>
                <a:ea typeface="Calibri"/>
                <a:cs typeface="Calibri"/>
                <a:sym typeface="Calibri"/>
              </a:rPr>
              <a:t>, Professor</a:t>
            </a:r>
            <a:endParaRPr b="0" i="0" sz="3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000"/>
              <a:buFont typeface="Arial"/>
              <a:buNone/>
            </a:pPr>
            <a:r>
              <a:rPr lang="en-US" sz="3000">
                <a:latin typeface="Calibri"/>
                <a:ea typeface="Calibri"/>
                <a:cs typeface="Calibri"/>
                <a:sym typeface="Calibri"/>
              </a:rPr>
              <a:t>The College of Liberal Arts and Sciences</a:t>
            </a:r>
            <a:endParaRPr b="0" i="0" sz="3000" u="none" cap="none" strike="noStrike">
              <a:solidFill>
                <a:srgbClr val="000000"/>
              </a:solidFill>
              <a:latin typeface="Arial"/>
              <a:ea typeface="Arial"/>
              <a:cs typeface="Arial"/>
              <a:sym typeface="Arial"/>
            </a:endParaRPr>
          </a:p>
        </p:txBody>
      </p:sp>
      <p:sp>
        <p:nvSpPr>
          <p:cNvPr id="84" name="Google Shape;84;p13"/>
          <p:cNvSpPr txBox="1"/>
          <p:nvPr/>
        </p:nvSpPr>
        <p:spPr>
          <a:xfrm>
            <a:off x="1371600" y="2709625"/>
            <a:ext cx="30175200" cy="55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Calibri"/>
                <a:ea typeface="Calibri"/>
                <a:cs typeface="Calibri"/>
                <a:sym typeface="Calibri"/>
              </a:rPr>
              <a:t>How Can We </a:t>
            </a:r>
            <a:r>
              <a:rPr lang="en-US" sz="3000">
                <a:latin typeface="Calibri"/>
                <a:ea typeface="Calibri"/>
                <a:cs typeface="Calibri"/>
                <a:sym typeface="Calibri"/>
              </a:rPr>
              <a:t>analyze the RECS data to demonstrate variable connections</a:t>
            </a:r>
            <a:r>
              <a:rPr b="0" i="0" lang="en-US" sz="3000" u="none" cap="none" strike="noStrike">
                <a:solidFill>
                  <a:srgbClr val="000000"/>
                </a:solidFill>
                <a:latin typeface="Calibri"/>
                <a:ea typeface="Calibri"/>
                <a:cs typeface="Calibri"/>
                <a:sym typeface="Calibri"/>
              </a:rPr>
              <a:t>?</a:t>
            </a:r>
            <a:endParaRPr b="0" i="0" sz="3000" u="none" cap="none" strike="noStrike">
              <a:solidFill>
                <a:srgbClr val="000000"/>
              </a:solidFill>
              <a:latin typeface="Calibri"/>
              <a:ea typeface="Calibri"/>
              <a:cs typeface="Calibri"/>
              <a:sym typeface="Calibri"/>
            </a:endParaRPr>
          </a:p>
        </p:txBody>
      </p:sp>
      <p:sp>
        <p:nvSpPr>
          <p:cNvPr id="85" name="Google Shape;85;p13"/>
          <p:cNvSpPr txBox="1"/>
          <p:nvPr/>
        </p:nvSpPr>
        <p:spPr>
          <a:xfrm>
            <a:off x="814388" y="3559125"/>
            <a:ext cx="5669100" cy="5233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alibri"/>
                <a:ea typeface="Calibri"/>
                <a:cs typeface="Calibri"/>
                <a:sym typeface="Calibri"/>
              </a:rPr>
              <a:t>Motivation</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rPr lang="en-US" sz="2500">
                <a:latin typeface="Calibri"/>
                <a:ea typeface="Calibri"/>
                <a:cs typeface="Calibri"/>
                <a:sym typeface="Calibri"/>
              </a:rPr>
              <a:t>The motivation for analyzing the RECS data to demonstrate variable connections is to uncover intricate relationships and patterns within the data, enabling better understanding and informed decision-making in the relevant field.</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p:txBody>
      </p:sp>
      <p:sp>
        <p:nvSpPr>
          <p:cNvPr id="86" name="Google Shape;86;p13"/>
          <p:cNvSpPr txBox="1"/>
          <p:nvPr/>
        </p:nvSpPr>
        <p:spPr>
          <a:xfrm>
            <a:off x="725075" y="6598313"/>
            <a:ext cx="55659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alibri"/>
                <a:ea typeface="Calibri"/>
                <a:cs typeface="Calibri"/>
                <a:sym typeface="Calibri"/>
              </a:rPr>
              <a:t>Research Methods</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alibri"/>
                <a:ea typeface="Calibri"/>
                <a:cs typeface="Calibri"/>
                <a:sym typeface="Calibri"/>
              </a:rPr>
              <a:t>1.) </a:t>
            </a:r>
            <a:r>
              <a:rPr lang="en-US" sz="2500">
                <a:latin typeface="Calibri"/>
                <a:ea typeface="Calibri"/>
                <a:cs typeface="Calibri"/>
                <a:sym typeface="Calibri"/>
              </a:rPr>
              <a:t>Data Mining in R</a:t>
            </a:r>
            <a:r>
              <a:rPr b="0" i="0" lang="en-US" sz="2500" u="none" cap="none" strike="noStrike">
                <a:solidFill>
                  <a:srgbClr val="000000"/>
                </a:solidFill>
                <a:latin typeface="Calibri"/>
                <a:ea typeface="Calibri"/>
                <a:cs typeface="Calibri"/>
                <a:sym typeface="Calibri"/>
              </a:rPr>
              <a:t>.</a:t>
            </a:r>
            <a:endParaRPr b="0" i="0" sz="25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alibri"/>
                <a:ea typeface="Calibri"/>
                <a:cs typeface="Calibri"/>
                <a:sym typeface="Calibri"/>
              </a:rPr>
              <a:t>2.) </a:t>
            </a:r>
            <a:r>
              <a:rPr lang="en-US" sz="2500">
                <a:latin typeface="Calibri"/>
                <a:ea typeface="Calibri"/>
                <a:cs typeface="Calibri"/>
                <a:sym typeface="Calibri"/>
              </a:rPr>
              <a:t>Regression with R</a:t>
            </a:r>
            <a:r>
              <a:rPr b="0" i="0" lang="en-US" sz="2500" u="none" cap="none" strike="noStrike">
                <a:solidFill>
                  <a:srgbClr val="000000"/>
                </a:solidFill>
                <a:latin typeface="Calibri"/>
                <a:ea typeface="Calibri"/>
                <a:cs typeface="Calibri"/>
                <a:sym typeface="Calibri"/>
              </a:rPr>
              <a:t>.</a:t>
            </a:r>
            <a:endParaRPr b="0" i="0" sz="2500" u="none" cap="none" strike="noStrike">
              <a:solidFill>
                <a:srgbClr val="000000"/>
              </a:solidFill>
              <a:latin typeface="Calibri"/>
              <a:ea typeface="Calibri"/>
              <a:cs typeface="Calibri"/>
              <a:sym typeface="Calibri"/>
            </a:endParaRPr>
          </a:p>
        </p:txBody>
      </p:sp>
      <p:sp>
        <p:nvSpPr>
          <p:cNvPr id="87" name="Google Shape;87;p13"/>
          <p:cNvSpPr txBox="1"/>
          <p:nvPr/>
        </p:nvSpPr>
        <p:spPr>
          <a:xfrm>
            <a:off x="814388" y="9835501"/>
            <a:ext cx="6260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alibri"/>
                <a:ea typeface="Calibri"/>
                <a:cs typeface="Calibri"/>
                <a:sym typeface="Calibri"/>
              </a:rPr>
              <a:t>Obstacles Faced</a:t>
            </a:r>
            <a:endParaRPr b="1" i="0" sz="2800" u="none" cap="none" strike="noStrike">
              <a:solidFill>
                <a:srgbClr val="000000"/>
              </a:solidFill>
              <a:latin typeface="Calibri"/>
              <a:ea typeface="Calibri"/>
              <a:cs typeface="Calibri"/>
              <a:sym typeface="Calibri"/>
            </a:endParaRPr>
          </a:p>
        </p:txBody>
      </p:sp>
      <p:graphicFrame>
        <p:nvGraphicFramePr>
          <p:cNvPr id="88" name="Google Shape;88;p13"/>
          <p:cNvGraphicFramePr/>
          <p:nvPr/>
        </p:nvGraphicFramePr>
        <p:xfrm>
          <a:off x="814388" y="10541963"/>
          <a:ext cx="3000000" cy="3000000"/>
        </p:xfrm>
        <a:graphic>
          <a:graphicData uri="http://schemas.openxmlformats.org/drawingml/2006/table">
            <a:tbl>
              <a:tblPr>
                <a:noFill/>
                <a:tableStyleId>{8B9B9591-6798-44AB-B3F5-C6A8E0DDB18D}</a:tableStyleId>
              </a:tblPr>
              <a:tblGrid>
                <a:gridCol w="4237400"/>
                <a:gridCol w="4327575"/>
              </a:tblGrid>
              <a:tr h="74125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t>Obstacle</a:t>
                      </a:r>
                      <a:endParaRPr sz="22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t>Overcoming Obstacle</a:t>
                      </a:r>
                      <a:endParaRPr sz="22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45325">
                <a:tc>
                  <a:txBody>
                    <a:bodyPr/>
                    <a:lstStyle/>
                    <a:p>
                      <a:pPr indent="0" lvl="0" marL="0" marR="0" rtl="0" algn="l">
                        <a:lnSpc>
                          <a:spcPct val="100000"/>
                        </a:lnSpc>
                        <a:spcBef>
                          <a:spcPts val="0"/>
                        </a:spcBef>
                        <a:spcAft>
                          <a:spcPts val="0"/>
                        </a:spcAft>
                        <a:buClr>
                          <a:srgbClr val="000000"/>
                        </a:buClr>
                        <a:buSzPts val="1900"/>
                        <a:buFont typeface="Arial"/>
                        <a:buNone/>
                      </a:pPr>
                      <a:r>
                        <a:rPr lang="en-US" sz="1900"/>
                        <a:t>Incomplete or missing data within the dataset	</a:t>
                      </a:r>
                      <a:endParaRPr sz="19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a:t>Implementing data imputation techniques using algorithms like k-NN or MICE to estimate missing values, ensuring a more complete dataset for analysis.</a:t>
                      </a:r>
                      <a:endParaRPr sz="1900"/>
                    </a:p>
                    <a:p>
                      <a:pPr indent="0" lvl="0" marL="0" marR="0" rtl="0" algn="l">
                        <a:lnSpc>
                          <a:spcPct val="100000"/>
                        </a:lnSpc>
                        <a:spcBef>
                          <a:spcPts val="0"/>
                        </a:spcBef>
                        <a:spcAft>
                          <a:spcPts val="0"/>
                        </a:spcAft>
                        <a:buClr>
                          <a:srgbClr val="000000"/>
                        </a:buClr>
                        <a:buSzPts val="1900"/>
                        <a:buFont typeface="Arial"/>
                        <a:buNone/>
                      </a:pPr>
                      <a:r>
                        <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73450">
                <a:tc>
                  <a:txBody>
                    <a:bodyPr/>
                    <a:lstStyle/>
                    <a:p>
                      <a:pPr indent="0" lvl="0" marL="0" marR="0" rtl="0" algn="l">
                        <a:lnSpc>
                          <a:spcPct val="100000"/>
                        </a:lnSpc>
                        <a:spcBef>
                          <a:spcPts val="0"/>
                        </a:spcBef>
                        <a:spcAft>
                          <a:spcPts val="0"/>
                        </a:spcAft>
                        <a:buClr>
                          <a:srgbClr val="000000"/>
                        </a:buClr>
                        <a:buSzPts val="1900"/>
                        <a:buFont typeface="Arial"/>
                        <a:buNone/>
                      </a:pPr>
                      <a:r>
                        <a:rPr lang="en-US" sz="1900"/>
                        <a:t>High dimensionality making it difficult to identify key variables	</a:t>
                      </a:r>
                      <a:endParaRPr sz="19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a:t>Applying dimensionality reduction techniques such as Principal Component Analysis (PCA) to extract the most significant features that influence the dataset.</a:t>
                      </a:r>
                      <a:endParaRPr sz="1900"/>
                    </a:p>
                    <a:p>
                      <a:pPr indent="0" lvl="0" marL="0" marR="0" rtl="0" algn="l">
                        <a:lnSpc>
                          <a:spcPct val="100000"/>
                        </a:lnSpc>
                        <a:spcBef>
                          <a:spcPts val="0"/>
                        </a:spcBef>
                        <a:spcAft>
                          <a:spcPts val="0"/>
                        </a:spcAft>
                        <a:buClr>
                          <a:srgbClr val="000000"/>
                        </a:buClr>
                        <a:buSzPts val="1900"/>
                        <a:buFont typeface="Arial"/>
                        <a:buNone/>
                      </a:pPr>
                      <a:r>
                        <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173450">
                <a:tc>
                  <a:txBody>
                    <a:bodyPr/>
                    <a:lstStyle/>
                    <a:p>
                      <a:pPr indent="0" lvl="0" marL="0" marR="0" rtl="0" algn="l">
                        <a:lnSpc>
                          <a:spcPct val="100000"/>
                        </a:lnSpc>
                        <a:spcBef>
                          <a:spcPts val="0"/>
                        </a:spcBef>
                        <a:spcAft>
                          <a:spcPts val="0"/>
                        </a:spcAft>
                        <a:buClr>
                          <a:srgbClr val="000000"/>
                        </a:buClr>
                        <a:buSzPts val="1900"/>
                        <a:buFont typeface="Arial"/>
                        <a:buNone/>
                      </a:pPr>
                      <a:r>
                        <a:rPr lang="en-US" sz="1900"/>
                        <a:t>Complex and non-linear relationships between variables	</a:t>
                      </a:r>
                      <a:endParaRPr sz="19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a:t>Utilizing advanced machine learning models such as Random Forests or Neural Networks that can capture </a:t>
                      </a:r>
                      <a:r>
                        <a:rPr lang="en-US" sz="1900"/>
                        <a:t>nonlinear</a:t>
                      </a:r>
                      <a:r>
                        <a:rPr lang="en-US" sz="1900"/>
                        <a:t> interactions better than traditional linear models.</a:t>
                      </a:r>
                      <a:endParaRPr sz="1900"/>
                    </a:p>
                    <a:p>
                      <a:pPr indent="0" lvl="0" marL="0" marR="0" rtl="0" algn="l">
                        <a:lnSpc>
                          <a:spcPct val="100000"/>
                        </a:lnSpc>
                        <a:spcBef>
                          <a:spcPts val="0"/>
                        </a:spcBef>
                        <a:spcAft>
                          <a:spcPts val="0"/>
                        </a:spcAft>
                        <a:buClr>
                          <a:srgbClr val="000000"/>
                        </a:buClr>
                        <a:buSzPts val="1900"/>
                        <a:buFont typeface="Arial"/>
                        <a:buNone/>
                      </a:pPr>
                      <a:r>
                        <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9" name="Google Shape;89;p13"/>
          <p:cNvSpPr txBox="1"/>
          <p:nvPr/>
        </p:nvSpPr>
        <p:spPr>
          <a:xfrm>
            <a:off x="947750" y="17567675"/>
            <a:ext cx="6894300" cy="1770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alibri"/>
                <a:ea typeface="Calibri"/>
                <a:cs typeface="Calibri"/>
                <a:sym typeface="Calibri"/>
              </a:rPr>
              <a:t>Acknowledgements</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alibri"/>
                <a:ea typeface="Calibri"/>
                <a:cs typeface="Calibri"/>
                <a:sym typeface="Calibri"/>
              </a:rPr>
              <a:t>I wish to show my appreciation </a:t>
            </a:r>
            <a:r>
              <a:rPr b="0" i="0" lang="en-US" sz="2500" u="none" cap="none" strike="noStrike">
                <a:solidFill>
                  <a:srgbClr val="000000"/>
                </a:solidFill>
                <a:latin typeface="Calibri"/>
                <a:ea typeface="Calibri"/>
                <a:cs typeface="Calibri"/>
                <a:sym typeface="Calibri"/>
              </a:rPr>
              <a:t>to my mentor and professor </a:t>
            </a:r>
            <a:r>
              <a:rPr lang="en-US" sz="2500">
                <a:latin typeface="Calibri"/>
                <a:ea typeface="Calibri"/>
                <a:cs typeface="Calibri"/>
                <a:sym typeface="Calibri"/>
              </a:rPr>
              <a:t>Clark Miller</a:t>
            </a:r>
            <a:r>
              <a:rPr b="0" i="0" lang="en-US" sz="2500" u="none" cap="none" strike="noStrike">
                <a:solidFill>
                  <a:srgbClr val="000000"/>
                </a:solidFill>
                <a:latin typeface="Calibri"/>
                <a:ea typeface="Calibri"/>
                <a:cs typeface="Calibri"/>
                <a:sym typeface="Calibri"/>
              </a:rPr>
              <a:t> for his support, and </a:t>
            </a:r>
            <a:r>
              <a:rPr b="0" i="0" lang="en-US" sz="2500" u="none" cap="none" strike="noStrike">
                <a:solidFill>
                  <a:srgbClr val="000000"/>
                </a:solidFill>
                <a:latin typeface="Calibri"/>
                <a:ea typeface="Calibri"/>
                <a:cs typeface="Calibri"/>
                <a:sym typeface="Calibri"/>
              </a:rPr>
              <a:t>the </a:t>
            </a:r>
            <a:r>
              <a:rPr lang="en-US" sz="2500">
                <a:latin typeface="Calibri"/>
                <a:ea typeface="Calibri"/>
                <a:cs typeface="Calibri"/>
                <a:sym typeface="Calibri"/>
              </a:rPr>
              <a:t>SURF </a:t>
            </a:r>
            <a:r>
              <a:rPr b="0" i="0" lang="en-US" sz="2500" u="none" cap="none" strike="noStrike">
                <a:solidFill>
                  <a:srgbClr val="000000"/>
                </a:solidFill>
                <a:latin typeface="Calibri"/>
                <a:ea typeface="Calibri"/>
                <a:cs typeface="Calibri"/>
                <a:sym typeface="Calibri"/>
              </a:rPr>
              <a:t>program for selecting me to conduct this research.</a:t>
            </a:r>
            <a:endParaRPr b="0" i="0" sz="2500" u="none" cap="none" strike="noStrike">
              <a:solidFill>
                <a:srgbClr val="000000"/>
              </a:solidFill>
              <a:latin typeface="Calibri"/>
              <a:ea typeface="Calibri"/>
              <a:cs typeface="Calibri"/>
              <a:sym typeface="Calibri"/>
            </a:endParaRPr>
          </a:p>
        </p:txBody>
      </p:sp>
      <p:sp>
        <p:nvSpPr>
          <p:cNvPr id="90" name="Google Shape;90;p13"/>
          <p:cNvSpPr txBox="1"/>
          <p:nvPr/>
        </p:nvSpPr>
        <p:spPr>
          <a:xfrm>
            <a:off x="6971658" y="9374575"/>
            <a:ext cx="5669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Calibri"/>
                <a:ea typeface="Calibri"/>
                <a:cs typeface="Calibri"/>
                <a:sym typeface="Calibri"/>
              </a:rPr>
              <a:t>Figure 1. </a:t>
            </a:r>
            <a:r>
              <a:rPr i="1" lang="en-US" sz="2200">
                <a:latin typeface="Calibri"/>
                <a:ea typeface="Calibri"/>
                <a:cs typeface="Calibri"/>
                <a:sym typeface="Calibri"/>
              </a:rPr>
              <a:t>Data Mining Analysis</a:t>
            </a:r>
            <a:endParaRPr b="0" i="1" sz="2200" u="none" cap="none" strike="noStrike">
              <a:solidFill>
                <a:srgbClr val="000000"/>
              </a:solidFill>
              <a:latin typeface="Calibri"/>
              <a:ea typeface="Calibri"/>
              <a:cs typeface="Calibri"/>
              <a:sym typeface="Calibri"/>
            </a:endParaRPr>
          </a:p>
        </p:txBody>
      </p:sp>
      <p:sp>
        <p:nvSpPr>
          <p:cNvPr id="91" name="Google Shape;91;p13"/>
          <p:cNvSpPr txBox="1"/>
          <p:nvPr/>
        </p:nvSpPr>
        <p:spPr>
          <a:xfrm>
            <a:off x="24034400" y="3687275"/>
            <a:ext cx="8445000" cy="684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alibri"/>
                <a:ea typeface="Calibri"/>
                <a:cs typeface="Calibri"/>
                <a:sym typeface="Calibri"/>
              </a:rPr>
              <a:t>Findings &amp; Progress (so far)</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rPr lang="en-US" sz="2700">
                <a:latin typeface="Calibri"/>
                <a:ea typeface="Calibri"/>
                <a:cs typeface="Calibri"/>
                <a:sym typeface="Calibri"/>
              </a:rPr>
              <a:t>The findings from the graphics suggest that the energy burden in Arizona is skewed towards lower values with the median energy burden falling within the lower quartile, indicating that a majority of households experience a relatively lower energy burden. The scatter plot further reveals a pattern where households with lower incomes and those receiving assistance exhibit a higher energy burden percentage, highlighting the economic impact on these groups.</a:t>
            </a:r>
            <a:endParaRPr sz="27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t/>
            </a:r>
            <a:endParaRPr sz="27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t/>
            </a:r>
            <a:endParaRPr sz="27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t/>
            </a:r>
            <a:endParaRPr sz="27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t/>
            </a:r>
            <a:endParaRPr sz="27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t/>
            </a:r>
            <a:endParaRPr sz="27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700"/>
              <a:buFont typeface="Arial"/>
              <a:buNone/>
            </a:pPr>
            <a:r>
              <a:t/>
            </a:r>
            <a:endParaRPr sz="2700">
              <a:latin typeface="Calibri"/>
              <a:ea typeface="Calibri"/>
              <a:cs typeface="Calibri"/>
              <a:sym typeface="Calibri"/>
            </a:endParaRPr>
          </a:p>
        </p:txBody>
      </p:sp>
      <p:sp>
        <p:nvSpPr>
          <p:cNvPr id="92" name="Google Shape;92;p13"/>
          <p:cNvSpPr txBox="1"/>
          <p:nvPr/>
        </p:nvSpPr>
        <p:spPr>
          <a:xfrm>
            <a:off x="17723638" y="18814463"/>
            <a:ext cx="6465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200"/>
              <a:buFont typeface="Arial"/>
              <a:buNone/>
            </a:pPr>
            <a:r>
              <a:rPr i="1" lang="en-US" sz="2200">
                <a:solidFill>
                  <a:schemeClr val="dk1"/>
                </a:solidFill>
                <a:latin typeface="Calibri"/>
                <a:ea typeface="Calibri"/>
                <a:cs typeface="Calibri"/>
                <a:sym typeface="Calibri"/>
              </a:rPr>
              <a:t>Figure 2. Energy Burden Distribution</a:t>
            </a:r>
            <a:endParaRPr b="1" sz="2500">
              <a:latin typeface="Calibri"/>
              <a:ea typeface="Calibri"/>
              <a:cs typeface="Calibri"/>
              <a:sym typeface="Calibri"/>
            </a:endParaRPr>
          </a:p>
        </p:txBody>
      </p:sp>
      <p:sp>
        <p:nvSpPr>
          <p:cNvPr id="93" name="Google Shape;93;p13"/>
          <p:cNvSpPr txBox="1"/>
          <p:nvPr/>
        </p:nvSpPr>
        <p:spPr>
          <a:xfrm>
            <a:off x="10218475" y="14375275"/>
            <a:ext cx="6465900" cy="672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000000"/>
                </a:solidFill>
                <a:latin typeface="Calibri"/>
                <a:ea typeface="Calibri"/>
                <a:cs typeface="Calibri"/>
                <a:sym typeface="Calibri"/>
              </a:rPr>
              <a:t>Conclusion </a:t>
            </a:r>
            <a:endParaRPr b="1" i="0" sz="25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rPr lang="en-US" sz="2500">
                <a:latin typeface="Calibri"/>
                <a:ea typeface="Calibri"/>
                <a:cs typeface="Calibri"/>
                <a:sym typeface="Calibri"/>
              </a:rPr>
              <a:t>The conclusion drawn from the analysis of the RECS data indicates that the energy burden in Arizona predominantly affects those with lower incomes, especially those who do not receive assistance, with a significant portion of households experiencing a lower energy burden. This underscores the need for targeted policy interventions to alleviate the disproportionate energy expenditure burden on economically vulnerable populations.</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p:txBody>
      </p:sp>
      <p:pic>
        <p:nvPicPr>
          <p:cNvPr id="94" name="Google Shape;94;p13"/>
          <p:cNvPicPr preferRelativeResize="0"/>
          <p:nvPr/>
        </p:nvPicPr>
        <p:blipFill>
          <a:blip r:embed="rId3">
            <a:alphaModFix/>
          </a:blip>
          <a:stretch>
            <a:fillRect/>
          </a:stretch>
        </p:blipFill>
        <p:spPr>
          <a:xfrm>
            <a:off x="2434513" y="7983725"/>
            <a:ext cx="2428875" cy="1885950"/>
          </a:xfrm>
          <a:prstGeom prst="rect">
            <a:avLst/>
          </a:prstGeom>
          <a:noFill/>
          <a:ln>
            <a:noFill/>
          </a:ln>
        </p:spPr>
      </p:pic>
      <p:pic>
        <p:nvPicPr>
          <p:cNvPr id="95" name="Google Shape;95;p13"/>
          <p:cNvPicPr preferRelativeResize="0"/>
          <p:nvPr/>
        </p:nvPicPr>
        <p:blipFill>
          <a:blip r:embed="rId4">
            <a:alphaModFix/>
          </a:blip>
          <a:stretch>
            <a:fillRect/>
          </a:stretch>
        </p:blipFill>
        <p:spPr>
          <a:xfrm>
            <a:off x="6693050" y="3634325"/>
            <a:ext cx="8445000" cy="4824850"/>
          </a:xfrm>
          <a:prstGeom prst="rect">
            <a:avLst/>
          </a:prstGeom>
          <a:noFill/>
          <a:ln>
            <a:noFill/>
          </a:ln>
        </p:spPr>
      </p:pic>
      <p:pic>
        <p:nvPicPr>
          <p:cNvPr id="96" name="Google Shape;96;p13"/>
          <p:cNvPicPr preferRelativeResize="0"/>
          <p:nvPr/>
        </p:nvPicPr>
        <p:blipFill>
          <a:blip r:embed="rId5">
            <a:alphaModFix/>
          </a:blip>
          <a:stretch>
            <a:fillRect/>
          </a:stretch>
        </p:blipFill>
        <p:spPr>
          <a:xfrm>
            <a:off x="17449225" y="3559125"/>
            <a:ext cx="6112250" cy="5001951"/>
          </a:xfrm>
          <a:prstGeom prst="rect">
            <a:avLst/>
          </a:prstGeom>
          <a:noFill/>
          <a:ln>
            <a:noFill/>
          </a:ln>
        </p:spPr>
      </p:pic>
      <p:pic>
        <p:nvPicPr>
          <p:cNvPr id="97" name="Google Shape;97;p13"/>
          <p:cNvPicPr preferRelativeResize="0"/>
          <p:nvPr/>
        </p:nvPicPr>
        <p:blipFill>
          <a:blip r:embed="rId6">
            <a:alphaModFix/>
          </a:blip>
          <a:stretch>
            <a:fillRect/>
          </a:stretch>
        </p:blipFill>
        <p:spPr>
          <a:xfrm>
            <a:off x="9859486" y="10040125"/>
            <a:ext cx="6672501" cy="3388425"/>
          </a:xfrm>
          <a:prstGeom prst="rect">
            <a:avLst/>
          </a:prstGeom>
          <a:noFill/>
          <a:ln>
            <a:noFill/>
          </a:ln>
        </p:spPr>
      </p:pic>
      <p:pic>
        <p:nvPicPr>
          <p:cNvPr id="98" name="Google Shape;98;p13"/>
          <p:cNvPicPr preferRelativeResize="0"/>
          <p:nvPr/>
        </p:nvPicPr>
        <p:blipFill>
          <a:blip r:embed="rId7">
            <a:alphaModFix/>
          </a:blip>
          <a:stretch>
            <a:fillRect/>
          </a:stretch>
        </p:blipFill>
        <p:spPr>
          <a:xfrm>
            <a:off x="17723650" y="14653238"/>
            <a:ext cx="5761749" cy="3472524"/>
          </a:xfrm>
          <a:prstGeom prst="rect">
            <a:avLst/>
          </a:prstGeom>
          <a:noFill/>
          <a:ln>
            <a:noFill/>
          </a:ln>
        </p:spPr>
      </p:pic>
      <p:sp>
        <p:nvSpPr>
          <p:cNvPr id="99" name="Google Shape;99;p13"/>
          <p:cNvSpPr txBox="1"/>
          <p:nvPr/>
        </p:nvSpPr>
        <p:spPr>
          <a:xfrm>
            <a:off x="24602825" y="11883200"/>
            <a:ext cx="7641600" cy="788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500"/>
              <a:buFont typeface="Arial"/>
              <a:buNone/>
            </a:pPr>
            <a:r>
              <a:rPr b="1" lang="en-US" sz="2500">
                <a:solidFill>
                  <a:schemeClr val="dk1"/>
                </a:solidFill>
                <a:latin typeface="Calibri"/>
                <a:ea typeface="Calibri"/>
                <a:cs typeface="Calibri"/>
                <a:sym typeface="Calibri"/>
              </a:rPr>
              <a:t>Graphical Analysis</a:t>
            </a:r>
            <a:endParaRPr b="1"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rPr lang="en-US" sz="2500">
                <a:latin typeface="Calibri"/>
                <a:ea typeface="Calibri"/>
                <a:cs typeface="Calibri"/>
                <a:sym typeface="Calibri"/>
              </a:rPr>
              <a:t>The graph in </a:t>
            </a:r>
            <a:r>
              <a:rPr i="1" lang="en-US" sz="2500">
                <a:latin typeface="Calibri"/>
                <a:ea typeface="Calibri"/>
                <a:cs typeface="Calibri"/>
                <a:sym typeface="Calibri"/>
              </a:rPr>
              <a:t>Figure 2.</a:t>
            </a:r>
            <a:r>
              <a:rPr lang="en-US" sz="2500">
                <a:latin typeface="Calibri"/>
                <a:ea typeface="Calibri"/>
                <a:cs typeface="Calibri"/>
                <a:sym typeface="Calibri"/>
              </a:rPr>
              <a:t> depicts the distribution of Arizona's energy load. A histogram with a density curve overlay is used to depict it. The bars of the histogram depict the frequency of energy burden values within specified ranges, whilst the density curve represents the distribution smoothed. The bulk of energy load values tend to be clustered in the lower range, with a peak around 100, implying that the majority of families have comparatively lower energy burdens. There are several outliers at the upper end, but these have been removed to provide a clearer picture of the center distribution. This graphic provides insights into the range and central trend of energy burden among Arizona families. The graph in </a:t>
            </a:r>
            <a:r>
              <a:rPr i="1" lang="en-US" sz="2500">
                <a:latin typeface="Calibri"/>
                <a:ea typeface="Calibri"/>
                <a:cs typeface="Calibri"/>
                <a:sym typeface="Calibri"/>
              </a:rPr>
              <a:t>Figure 3.</a:t>
            </a:r>
            <a:r>
              <a:rPr lang="en-US" sz="2500">
                <a:latin typeface="Calibri"/>
                <a:ea typeface="Calibri"/>
                <a:cs typeface="Calibri"/>
                <a:sym typeface="Calibri"/>
              </a:rPr>
              <a:t> represents a simulated combination of the energy burden distribution in Arizona. It includes a histogram showing the frequency of different energy burden values and a scatter plot that hypothetically maps energy burden against household income.</a:t>
            </a:r>
            <a:endParaRPr sz="25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t/>
            </a:r>
            <a:endParaRPr sz="2500">
              <a:latin typeface="Calibri"/>
              <a:ea typeface="Calibri"/>
              <a:cs typeface="Calibri"/>
              <a:sym typeface="Calibri"/>
            </a:endParaRPr>
          </a:p>
        </p:txBody>
      </p:sp>
      <p:pic>
        <p:nvPicPr>
          <p:cNvPr id="100" name="Google Shape;100;p13"/>
          <p:cNvPicPr preferRelativeResize="0"/>
          <p:nvPr/>
        </p:nvPicPr>
        <p:blipFill>
          <a:blip r:embed="rId8">
            <a:alphaModFix/>
          </a:blip>
          <a:stretch>
            <a:fillRect/>
          </a:stretch>
        </p:blipFill>
        <p:spPr>
          <a:xfrm>
            <a:off x="24484804" y="8255975"/>
            <a:ext cx="7544201" cy="3236800"/>
          </a:xfrm>
          <a:prstGeom prst="rect">
            <a:avLst/>
          </a:prstGeom>
          <a:noFill/>
          <a:ln>
            <a:noFill/>
          </a:ln>
        </p:spPr>
      </p:pic>
      <p:pic>
        <p:nvPicPr>
          <p:cNvPr id="101" name="Google Shape;101;p13"/>
          <p:cNvPicPr preferRelativeResize="0"/>
          <p:nvPr/>
        </p:nvPicPr>
        <p:blipFill>
          <a:blip r:embed="rId9">
            <a:alphaModFix/>
          </a:blip>
          <a:stretch>
            <a:fillRect/>
          </a:stretch>
        </p:blipFill>
        <p:spPr>
          <a:xfrm>
            <a:off x="17120250" y="9410575"/>
            <a:ext cx="6894300" cy="4114925"/>
          </a:xfrm>
          <a:prstGeom prst="rect">
            <a:avLst/>
          </a:prstGeom>
          <a:noFill/>
          <a:ln>
            <a:noFill/>
          </a:ln>
        </p:spPr>
      </p:pic>
      <p:sp>
        <p:nvSpPr>
          <p:cNvPr id="102" name="Google Shape;102;p13"/>
          <p:cNvSpPr txBox="1"/>
          <p:nvPr/>
        </p:nvSpPr>
        <p:spPr>
          <a:xfrm>
            <a:off x="17449213" y="13643851"/>
            <a:ext cx="6465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200"/>
              <a:buFont typeface="Arial"/>
              <a:buNone/>
            </a:pPr>
            <a:r>
              <a:rPr i="1" lang="en-US" sz="2200">
                <a:solidFill>
                  <a:schemeClr val="dk1"/>
                </a:solidFill>
                <a:latin typeface="Calibri"/>
                <a:ea typeface="Calibri"/>
                <a:cs typeface="Calibri"/>
                <a:sym typeface="Calibri"/>
              </a:rPr>
              <a:t>Figure 3. Combined Graphic</a:t>
            </a:r>
            <a:endParaRPr b="1" sz="25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